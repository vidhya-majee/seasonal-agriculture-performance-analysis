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791D870-9769-4CAE-B909-3194A5D3FCB8}">
          <p14:sldIdLst>
            <p14:sldId id="338"/>
            <p14:sldId id="327"/>
            <p14:sldId id="315"/>
            <p14:sldId id="329"/>
            <p14:sldId id="302"/>
            <p14:sldId id="339"/>
            <p14:sldId id="340"/>
            <p14:sldId id="344"/>
            <p14:sldId id="345"/>
            <p14:sldId id="346"/>
            <p14:sldId id="341"/>
          </p14:sldIdLst>
        </p14:section>
        <p14:section name="Untitled Section" id="{13CFE95F-23B4-4931-BEC5-DD291C10A803}">
          <p14:sldIdLst>
            <p14:sldId id="342"/>
            <p14:sldId id="343"/>
            <p14:sldId id="3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E4DB7F-1028-4FCE-B38E-CEEB6049508C}" v="109" dt="2026-09-04T06:23:28.678"/>
    <p1510:client id="{EF730085-4CDC-4C53-9EAC-0409C9C577CF}" v="7" dt="2026-09-04T15:31:26.997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4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hya Majee" userId="641a53838c14f1ed" providerId="LiveId" clId="{EF730085-4CDC-4C53-9EAC-0409C9C577CF}"/>
    <pc:docChg chg="undo custSel modSld">
      <pc:chgData name="Vidhya Majee" userId="641a53838c14f1ed" providerId="LiveId" clId="{EF730085-4CDC-4C53-9EAC-0409C9C577CF}" dt="2026-09-04T15:42:28.926" v="208" actId="14100"/>
      <pc:docMkLst>
        <pc:docMk/>
      </pc:docMkLst>
      <pc:sldChg chg="modSp mod">
        <pc:chgData name="Vidhya Majee" userId="641a53838c14f1ed" providerId="LiveId" clId="{EF730085-4CDC-4C53-9EAC-0409C9C577CF}" dt="2026-09-04T15:42:28.926" v="208" actId="14100"/>
        <pc:sldMkLst>
          <pc:docMk/>
          <pc:sldMk cId="3401748718" sldId="304"/>
        </pc:sldMkLst>
        <pc:spChg chg="mod">
          <ac:chgData name="Vidhya Majee" userId="641a53838c14f1ed" providerId="LiveId" clId="{EF730085-4CDC-4C53-9EAC-0409C9C577CF}" dt="2026-09-04T15:42:28.926" v="208" actId="14100"/>
          <ac:spMkLst>
            <pc:docMk/>
            <pc:sldMk cId="3401748718" sldId="304"/>
            <ac:spMk id="3" creationId="{D88C20CF-C1EE-4092-B52D-FD4AB2AB2508}"/>
          </ac:spMkLst>
        </pc:spChg>
      </pc:sldChg>
      <pc:sldChg chg="modSp mod">
        <pc:chgData name="Vidhya Majee" userId="641a53838c14f1ed" providerId="LiveId" clId="{EF730085-4CDC-4C53-9EAC-0409C9C577CF}" dt="2026-09-04T15:14:40.567" v="30" actId="14100"/>
        <pc:sldMkLst>
          <pc:docMk/>
          <pc:sldMk cId="1604013440" sldId="338"/>
        </pc:sldMkLst>
        <pc:spChg chg="mod">
          <ac:chgData name="Vidhya Majee" userId="641a53838c14f1ed" providerId="LiveId" clId="{EF730085-4CDC-4C53-9EAC-0409C9C577CF}" dt="2026-09-04T15:13:11.823" v="2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Vidhya Majee" userId="641a53838c14f1ed" providerId="LiveId" clId="{EF730085-4CDC-4C53-9EAC-0409C9C577CF}" dt="2026-09-04T15:13:42.152" v="29" actId="20577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Vidhya Majee" userId="641a53838c14f1ed" providerId="LiveId" clId="{EF730085-4CDC-4C53-9EAC-0409C9C577CF}" dt="2026-09-04T15:14:40.567" v="30" actId="14100"/>
          <ac:spMkLst>
            <pc:docMk/>
            <pc:sldMk cId="1604013440" sldId="338"/>
            <ac:spMk id="4" creationId="{92056599-CDAA-4367-BEF8-31D6E32518C8}"/>
          </ac:spMkLst>
        </pc:spChg>
      </pc:sldChg>
      <pc:sldChg chg="addSp modSp mod">
        <pc:chgData name="Vidhya Majee" userId="641a53838c14f1ed" providerId="LiveId" clId="{EF730085-4CDC-4C53-9EAC-0409C9C577CF}" dt="2026-09-04T15:34:46.457" v="191" actId="14100"/>
        <pc:sldMkLst>
          <pc:docMk/>
          <pc:sldMk cId="1086225493" sldId="339"/>
        </pc:sldMkLst>
        <pc:spChg chg="mod">
          <ac:chgData name="Vidhya Majee" userId="641a53838c14f1ed" providerId="LiveId" clId="{EF730085-4CDC-4C53-9EAC-0409C9C577CF}" dt="2026-09-04T15:22:19.430" v="59" actId="14100"/>
          <ac:spMkLst>
            <pc:docMk/>
            <pc:sldMk cId="1086225493" sldId="339"/>
            <ac:spMk id="4" creationId="{AFE3A2AF-177E-45E6-A191-0F8523DB7FFA}"/>
          </ac:spMkLst>
        </pc:spChg>
        <pc:spChg chg="mod">
          <ac:chgData name="Vidhya Majee" userId="641a53838c14f1ed" providerId="LiveId" clId="{EF730085-4CDC-4C53-9EAC-0409C9C577CF}" dt="2026-09-04T15:34:46.457" v="191" actId="14100"/>
          <ac:spMkLst>
            <pc:docMk/>
            <pc:sldMk cId="1086225493" sldId="339"/>
            <ac:spMk id="10" creationId="{B19D8AC7-3787-4ADB-9212-0808F015C2DD}"/>
          </ac:spMkLst>
        </pc:spChg>
        <pc:picChg chg="add mod">
          <ac:chgData name="Vidhya Majee" userId="641a53838c14f1ed" providerId="LiveId" clId="{EF730085-4CDC-4C53-9EAC-0409C9C577CF}" dt="2026-09-04T15:27:57.786" v="127" actId="14100"/>
          <ac:picMkLst>
            <pc:docMk/>
            <pc:sldMk cId="1086225493" sldId="339"/>
            <ac:picMk id="3" creationId="{6A20E020-0DCC-EC0B-745A-E7CAF08DEC57}"/>
          </ac:picMkLst>
        </pc:picChg>
        <pc:picChg chg="mod">
          <ac:chgData name="Vidhya Majee" userId="641a53838c14f1ed" providerId="LiveId" clId="{EF730085-4CDC-4C53-9EAC-0409C9C577CF}" dt="2026-09-04T15:28:02.365" v="128" actId="14100"/>
          <ac:picMkLst>
            <pc:docMk/>
            <pc:sldMk cId="1086225493" sldId="339"/>
            <ac:picMk id="99" creationId="{00000000-0000-0000-0000-000000000000}"/>
          </ac:picMkLst>
        </pc:picChg>
      </pc:sldChg>
      <pc:sldChg chg="addSp modSp mod">
        <pc:chgData name="Vidhya Majee" userId="641a53838c14f1ed" providerId="LiveId" clId="{EF730085-4CDC-4C53-9EAC-0409C9C577CF}" dt="2026-09-04T15:39:17.921" v="201" actId="14100"/>
        <pc:sldMkLst>
          <pc:docMk/>
          <pc:sldMk cId="3849627828" sldId="340"/>
        </pc:sldMkLst>
        <pc:spChg chg="mod">
          <ac:chgData name="Vidhya Majee" userId="641a53838c14f1ed" providerId="LiveId" clId="{EF730085-4CDC-4C53-9EAC-0409C9C577CF}" dt="2026-09-04T15:22:56.747" v="69" actId="27636"/>
          <ac:spMkLst>
            <pc:docMk/>
            <pc:sldMk cId="3849627828" sldId="340"/>
            <ac:spMk id="4" creationId="{6D5AF756-BADB-9E87-14AC-F87A8C7463BF}"/>
          </ac:spMkLst>
        </pc:spChg>
        <pc:spChg chg="mod">
          <ac:chgData name="Vidhya Majee" userId="641a53838c14f1ed" providerId="LiveId" clId="{EF730085-4CDC-4C53-9EAC-0409C9C577CF}" dt="2026-09-04T15:34:54.739" v="192" actId="14100"/>
          <ac:spMkLst>
            <pc:docMk/>
            <pc:sldMk cId="3849627828" sldId="340"/>
            <ac:spMk id="10" creationId="{3A64DB11-806F-1A4C-E0D5-D745D29CED50}"/>
          </ac:spMkLst>
        </pc:spChg>
        <pc:picChg chg="add mod">
          <ac:chgData name="Vidhya Majee" userId="641a53838c14f1ed" providerId="LiveId" clId="{EF730085-4CDC-4C53-9EAC-0409C9C577CF}" dt="2026-09-04T15:39:17.921" v="201" actId="14100"/>
          <ac:picMkLst>
            <pc:docMk/>
            <pc:sldMk cId="3849627828" sldId="340"/>
            <ac:picMk id="3" creationId="{05A88067-6EAB-0184-9A59-326B2A156DC3}"/>
          </ac:picMkLst>
        </pc:picChg>
        <pc:picChg chg="mod">
          <ac:chgData name="Vidhya Majee" userId="641a53838c14f1ed" providerId="LiveId" clId="{EF730085-4CDC-4C53-9EAC-0409C9C577CF}" dt="2026-09-04T15:39:05.287" v="199" actId="14100"/>
          <ac:picMkLst>
            <pc:docMk/>
            <pc:sldMk cId="3849627828" sldId="340"/>
            <ac:picMk id="99" creationId="{00000000-0000-0000-0000-000000000000}"/>
          </ac:picMkLst>
        </pc:picChg>
      </pc:sldChg>
      <pc:sldChg chg="modSp mod">
        <pc:chgData name="Vidhya Majee" userId="641a53838c14f1ed" providerId="LiveId" clId="{EF730085-4CDC-4C53-9EAC-0409C9C577CF}" dt="2026-09-04T15:40:57.929" v="204"/>
        <pc:sldMkLst>
          <pc:docMk/>
          <pc:sldMk cId="3863610428" sldId="342"/>
        </pc:sldMkLst>
        <pc:spChg chg="mod">
          <ac:chgData name="Vidhya Majee" userId="641a53838c14f1ed" providerId="LiveId" clId="{EF730085-4CDC-4C53-9EAC-0409C9C577CF}" dt="2026-09-04T15:40:57.929" v="204"/>
          <ac:spMkLst>
            <pc:docMk/>
            <pc:sldMk cId="3863610428" sldId="342"/>
            <ac:spMk id="22" creationId="{00000000-0000-0000-0000-000000000000}"/>
          </ac:spMkLst>
        </pc:spChg>
      </pc:sldChg>
      <pc:sldChg chg="addSp modSp mod">
        <pc:chgData name="Vidhya Majee" userId="641a53838c14f1ed" providerId="LiveId" clId="{EF730085-4CDC-4C53-9EAC-0409C9C577CF}" dt="2026-09-04T15:35:11.472" v="194" actId="14100"/>
        <pc:sldMkLst>
          <pc:docMk/>
          <pc:sldMk cId="1698901770" sldId="344"/>
        </pc:sldMkLst>
        <pc:spChg chg="mod">
          <ac:chgData name="Vidhya Majee" userId="641a53838c14f1ed" providerId="LiveId" clId="{EF730085-4CDC-4C53-9EAC-0409C9C577CF}" dt="2026-09-04T15:25:47.613" v="99" actId="27636"/>
          <ac:spMkLst>
            <pc:docMk/>
            <pc:sldMk cId="1698901770" sldId="344"/>
            <ac:spMk id="4" creationId="{DFCD5524-F764-DC63-6F54-D48057CF17B7}"/>
          </ac:spMkLst>
        </pc:spChg>
        <pc:spChg chg="mod">
          <ac:chgData name="Vidhya Majee" userId="641a53838c14f1ed" providerId="LiveId" clId="{EF730085-4CDC-4C53-9EAC-0409C9C577CF}" dt="2026-09-04T15:35:11.472" v="194" actId="14100"/>
          <ac:spMkLst>
            <pc:docMk/>
            <pc:sldMk cId="1698901770" sldId="344"/>
            <ac:spMk id="10" creationId="{B6E3B1C7-6A8B-23EE-6251-DC1067C6ADE9}"/>
          </ac:spMkLst>
        </pc:spChg>
        <pc:picChg chg="add mod">
          <ac:chgData name="Vidhya Majee" userId="641a53838c14f1ed" providerId="LiveId" clId="{EF730085-4CDC-4C53-9EAC-0409C9C577CF}" dt="2026-09-04T15:28:43.377" v="133" actId="14100"/>
          <ac:picMkLst>
            <pc:docMk/>
            <pc:sldMk cId="1698901770" sldId="344"/>
            <ac:picMk id="3" creationId="{10190294-024A-3D73-2FE2-7FAB215FA91C}"/>
          </ac:picMkLst>
        </pc:picChg>
        <pc:picChg chg="mod">
          <ac:chgData name="Vidhya Majee" userId="641a53838c14f1ed" providerId="LiveId" clId="{EF730085-4CDC-4C53-9EAC-0409C9C577CF}" dt="2026-09-04T15:27:11.322" v="118" actId="14100"/>
          <ac:picMkLst>
            <pc:docMk/>
            <pc:sldMk cId="1698901770" sldId="344"/>
            <ac:picMk id="99" creationId="{00000000-0000-0000-0000-000000000000}"/>
          </ac:picMkLst>
        </pc:picChg>
      </pc:sldChg>
      <pc:sldChg chg="addSp modSp mod">
        <pc:chgData name="Vidhya Majee" userId="641a53838c14f1ed" providerId="LiveId" clId="{EF730085-4CDC-4C53-9EAC-0409C9C577CF}" dt="2026-09-04T15:41:48.188" v="206" actId="14100"/>
        <pc:sldMkLst>
          <pc:docMk/>
          <pc:sldMk cId="1903979828" sldId="345"/>
        </pc:sldMkLst>
        <pc:spChg chg="mod">
          <ac:chgData name="Vidhya Majee" userId="641a53838c14f1ed" providerId="LiveId" clId="{EF730085-4CDC-4C53-9EAC-0409C9C577CF}" dt="2026-09-04T15:29:04.702" v="135" actId="14100"/>
          <ac:spMkLst>
            <pc:docMk/>
            <pc:sldMk cId="1903979828" sldId="345"/>
            <ac:spMk id="4" creationId="{15FD49EE-0956-AAE3-737B-15F7D4267C1A}"/>
          </ac:spMkLst>
        </pc:spChg>
        <pc:spChg chg="mod">
          <ac:chgData name="Vidhya Majee" userId="641a53838c14f1ed" providerId="LiveId" clId="{EF730085-4CDC-4C53-9EAC-0409C9C577CF}" dt="2026-09-04T15:35:33.312" v="198" actId="14100"/>
          <ac:spMkLst>
            <pc:docMk/>
            <pc:sldMk cId="1903979828" sldId="345"/>
            <ac:spMk id="10" creationId="{2B7B89A1-9444-8322-CADC-42D31D698FA8}"/>
          </ac:spMkLst>
        </pc:spChg>
        <pc:picChg chg="add mod">
          <ac:chgData name="Vidhya Majee" userId="641a53838c14f1ed" providerId="LiveId" clId="{EF730085-4CDC-4C53-9EAC-0409C9C577CF}" dt="2026-09-04T15:30:33.091" v="153" actId="14100"/>
          <ac:picMkLst>
            <pc:docMk/>
            <pc:sldMk cId="1903979828" sldId="345"/>
            <ac:picMk id="3" creationId="{5BBABFA1-2CA4-7131-AAA2-CA9FC72AB107}"/>
          </ac:picMkLst>
        </pc:picChg>
        <pc:picChg chg="mod">
          <ac:chgData name="Vidhya Majee" userId="641a53838c14f1ed" providerId="LiveId" clId="{EF730085-4CDC-4C53-9EAC-0409C9C577CF}" dt="2026-09-04T15:41:48.188" v="206" actId="14100"/>
          <ac:picMkLst>
            <pc:docMk/>
            <pc:sldMk cId="1903979828" sldId="345"/>
            <ac:picMk id="99" creationId="{00000000-0000-0000-0000-000000000000}"/>
          </ac:picMkLst>
        </pc:picChg>
      </pc:sldChg>
      <pc:sldChg chg="addSp modSp mod">
        <pc:chgData name="Vidhya Majee" userId="641a53838c14f1ed" providerId="LiveId" clId="{EF730085-4CDC-4C53-9EAC-0409C9C577CF}" dt="2026-09-04T15:33:55.460" v="190" actId="14100"/>
        <pc:sldMkLst>
          <pc:docMk/>
          <pc:sldMk cId="1421522261" sldId="346"/>
        </pc:sldMkLst>
        <pc:spChg chg="mod">
          <ac:chgData name="Vidhya Majee" userId="641a53838c14f1ed" providerId="LiveId" clId="{EF730085-4CDC-4C53-9EAC-0409C9C577CF}" dt="2026-09-04T15:33:55.460" v="190" actId="14100"/>
          <ac:spMkLst>
            <pc:docMk/>
            <pc:sldMk cId="1421522261" sldId="346"/>
            <ac:spMk id="4" creationId="{99E35150-35BD-1B1F-9A8C-890DBFDF3B54}"/>
          </ac:spMkLst>
        </pc:spChg>
        <pc:spChg chg="mod">
          <ac:chgData name="Vidhya Majee" userId="641a53838c14f1ed" providerId="LiveId" clId="{EF730085-4CDC-4C53-9EAC-0409C9C577CF}" dt="2026-09-04T15:33:26.524" v="184" actId="14100"/>
          <ac:spMkLst>
            <pc:docMk/>
            <pc:sldMk cId="1421522261" sldId="346"/>
            <ac:spMk id="10" creationId="{F85C769B-425A-FE3B-E47A-3B747985DC52}"/>
          </ac:spMkLst>
        </pc:spChg>
        <pc:picChg chg="add mod">
          <ac:chgData name="Vidhya Majee" userId="641a53838c14f1ed" providerId="LiveId" clId="{EF730085-4CDC-4C53-9EAC-0409C9C577CF}" dt="2026-09-04T15:33:41.577" v="189" actId="14100"/>
          <ac:picMkLst>
            <pc:docMk/>
            <pc:sldMk cId="1421522261" sldId="346"/>
            <ac:picMk id="3" creationId="{B631DD34-0E3C-2138-50C5-4F6D0FE55733}"/>
          </ac:picMkLst>
        </pc:picChg>
        <pc:picChg chg="mod">
          <ac:chgData name="Vidhya Majee" userId="641a53838c14f1ed" providerId="LiveId" clId="{EF730085-4CDC-4C53-9EAC-0409C9C577CF}" dt="2026-09-04T15:33:17.534" v="181" actId="14100"/>
          <ac:picMkLst>
            <pc:docMk/>
            <pc:sldMk cId="1421522261" sldId="346"/>
            <ac:picMk id="99" creationId="{00000000-0000-0000-0000-0000000000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9/4/2026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dhya-Majee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5" y="3583914"/>
            <a:ext cx="8841020" cy="992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 Name </a:t>
            </a:r>
            <a:r>
              <a:rPr lang="en-US" sz="2400" b="0" dirty="0">
                <a:solidFill>
                  <a:schemeClr val="tx1"/>
                </a:solidFill>
              </a:rPr>
              <a:t>– </a:t>
            </a:r>
            <a:r>
              <a:rPr lang="en-US" sz="2400" u="sng" dirty="0">
                <a:solidFill>
                  <a:schemeClr val="tx1"/>
                </a:solidFill>
              </a:rPr>
              <a:t>Vidhya Majee</a:t>
            </a:r>
            <a:endParaRPr lang="en-IN" sz="2400" u="sng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</a:t>
            </a:r>
            <a:r>
              <a:rPr lang="en-US" sz="2400" u="sng" dirty="0" err="1">
                <a:solidFill>
                  <a:schemeClr val="tx1"/>
                </a:solidFill>
              </a:rPr>
              <a:t>Allenhouse</a:t>
            </a:r>
            <a:r>
              <a:rPr lang="en-US" sz="2400" u="sng" dirty="0">
                <a:solidFill>
                  <a:schemeClr val="tx1"/>
                </a:solidFill>
              </a:rPr>
              <a:t> Business School</a:t>
            </a:r>
            <a:endParaRPr lang="en-IN" sz="2400" u="sng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9" y="2093003"/>
            <a:ext cx="10113665" cy="123434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</a:t>
            </a:r>
            <a:br>
              <a:rPr lang="en-GB" sz="3200" dirty="0"/>
            </a:br>
            <a:r>
              <a:rPr lang="en-IN" sz="3600" b="1" u="sng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3675529" y="4576469"/>
            <a:ext cx="6284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AICTE</a:t>
            </a:r>
            <a:r>
              <a:rPr lang="en-US" b="1" dirty="0"/>
              <a:t> </a:t>
            </a:r>
            <a:r>
              <a:rPr lang="en-US" dirty="0"/>
              <a:t>STU</a:t>
            </a:r>
            <a:r>
              <a:rPr lang="en-US" b="1" dirty="0"/>
              <a:t> </a:t>
            </a:r>
            <a:r>
              <a:rPr lang="en-US" dirty="0"/>
              <a:t>ID</a:t>
            </a:r>
            <a:r>
              <a:rPr lang="en-US" b="1" dirty="0"/>
              <a:t>- </a:t>
            </a:r>
            <a:r>
              <a:rPr lang="en-IN" dirty="0"/>
              <a:t> </a:t>
            </a:r>
            <a:r>
              <a:rPr lang="en-IN" sz="2400" b="1" dirty="0"/>
              <a:t>STU6a32bc8af13221781709962</a:t>
            </a:r>
            <a:r>
              <a:rPr lang="en-IN" sz="2400" dirty="0"/>
              <a:t> 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1341" y="1443318"/>
            <a:ext cx="7328865" cy="4751925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The problem is to analyze the given agricultural dataset and investigate seasonal differences in agricultural performance by identifying meaningful patterns, trends, relationships and variations within the available data.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93059"/>
            <a:ext cx="6276109" cy="1039905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0" name="Description Body"/>
          <p:cNvSpPr>
            <a:spLocks noGrp="1"/>
          </p:cNvSpPr>
          <p:nvPr>
            <p:ph type="body" sz="quarter" idx="12"/>
          </p:nvPr>
        </p:nvSpPr>
        <p:spPr>
          <a:xfrm>
            <a:off x="660399" y="1532964"/>
            <a:ext cx="8100000" cy="513199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Analyzes 4,000 farm records across 8 Indian states, 8 crops and 3 cropping seasons (Kharif, Rabi, Zaid) to uncover how environmental, resource and economic factors shift across seasons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Cleans and prepares raw data — season-wise missing value imputation and crop-aware outlier checks — before analysis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Uses Python (Pandas, Seaborn, SciPy) to compare yield, cost, profit, water use and disease risk across seasons through visual and statistical (ANOVA) methods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Key finding: profit and financial risk vary far more significantly by season than yield does — Zaid is the smallest, driest and financially riskiest season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Delivers evidence-based recommendations for season-specific irrigation, pest-budget and crop planning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7904481" cy="4640860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Agricultural policy planners &amp; government departments designing season-specific support schemes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Agri-fintech &amp; crop-insurance companies pricing seasonal risk for lending and insurance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Farmer cooperatives &amp; agri-extension officers advising on irrigation and crop-season choices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Agri-input companies (fertilizer, pesticide, irrigation equipment) planning seasonal demand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Researchers &amp; students studying agricultural data analytics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9506" y="1425387"/>
            <a:ext cx="9108141" cy="511884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Python — core language for the analysis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Pandas &amp; NumPy — data cleaning, aggregation and pivoting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Matplotlib &amp; Seaborn — visualizations (boxplots, heatmaps, violin &amp; bar charts)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SciPy (stats) — one-way ANOVA significance testing across seasons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Jupyter Notebook — end-to-end analysis and documentation environment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93307"/>
            <a:ext cx="2981643" cy="1108280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866158"/>
            <a:ext cx="8991600" cy="33542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dirty="0"/>
              <a:t>Rainfall, Temperature, Yield, Profit, Water Use &amp; Disease Risk by Season</a:t>
            </a:r>
            <a:endParaRPr lang="en-IN" dirty="0"/>
          </a:p>
        </p:txBody>
      </p:sp>
      <p:pic>
        <p:nvPicPr>
          <p:cNvPr id="99" name="Season 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75371"/>
            <a:ext cx="9246636" cy="548932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20E020-0DCC-EC0B-745A-E7CAF08DE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5774" y="866158"/>
            <a:ext cx="3190383" cy="599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2981643" cy="8907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959204"/>
            <a:ext cx="9106678" cy="421728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Cost, Revenue, Profit &amp; Profit Margin by Season</a:t>
            </a:r>
            <a:endParaRPr lang="en-IN" dirty="0"/>
          </a:p>
        </p:txBody>
      </p:sp>
      <p:pic>
        <p:nvPicPr>
          <p:cNvPr id="99" name="Economics by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492898"/>
            <a:ext cx="8928846" cy="51720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5A88067-6EAB-0184-9A59-326B2A156D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8847" y="1275371"/>
            <a:ext cx="3263153" cy="555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2981643" cy="711742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541" y="1183922"/>
            <a:ext cx="6810714" cy="429725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Yield (t/ha) by Crop and Season</a:t>
            </a:r>
            <a:endParaRPr lang="en-IN" dirty="0"/>
          </a:p>
        </p:txBody>
      </p:sp>
      <p:pic>
        <p:nvPicPr>
          <p:cNvPr id="99" name="Yield by Crop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" y="1608410"/>
            <a:ext cx="8848165" cy="51188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0190294-024A-3D73-2FE2-7FAB215FA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441" y="999864"/>
            <a:ext cx="3343283" cy="5858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1"/>
            <a:ext cx="2981643" cy="1008546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1647" y="1028252"/>
            <a:ext cx="7261412" cy="6660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Irrigation Method Mix Is Nearly Uniform Across All Three Seasons</a:t>
            </a:r>
            <a:endParaRPr lang="en-IN" dirty="0"/>
          </a:p>
        </p:txBody>
      </p:sp>
      <p:pic>
        <p:nvPicPr>
          <p:cNvPr id="99" name="Irrigation M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4330"/>
            <a:ext cx="8527459" cy="50919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BABFA1-2CA4-7131-AAA2-CA9FC72AB1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329" y="1380565"/>
            <a:ext cx="3639670" cy="540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8942"/>
            <a:ext cx="2981643" cy="609600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199" y="950258"/>
            <a:ext cx="7530353" cy="4034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Average Profit (INR) by State and Season</a:t>
            </a:r>
            <a:endParaRPr lang="en-IN" dirty="0"/>
          </a:p>
        </p:txBody>
      </p:sp>
      <p:pic>
        <p:nvPicPr>
          <p:cNvPr id="99" name="State Season Pro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353671"/>
            <a:ext cx="8337175" cy="55043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1DD34-0E3C-2138-50C5-4F6D0FE55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07" y="1353670"/>
            <a:ext cx="3821592" cy="5504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4897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1" name="Future Scope Body"/>
          <p:cNvSpPr txBox="1">
            <a:spLocks noGrp="1"/>
          </p:cNvSpPr>
          <p:nvPr/>
        </p:nvSpPr>
        <p:spPr>
          <a:xfrm>
            <a:off x="675957" y="1275371"/>
            <a:ext cx="8300000" cy="4924629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Predictive modeling (regression) to forecast seasonal profit or yield from environmental and input variables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Multi-year time-series data to study year-over-year seasonal trends, not just a single snapshot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Interactive dashboard (Streamlit / Power BI) for agri-planners to filter dynamically by state, crop and season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District-level and satellite/weather API data for finer-grained seasonal risk modeling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An early-warning system for high-risk season-crop-state combinations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2" name="GitHub Body"/>
          <p:cNvSpPr txBox="1">
            <a:spLocks noGrp="1"/>
          </p:cNvSpPr>
          <p:nvPr/>
        </p:nvSpPr>
        <p:spPr>
          <a:xfrm>
            <a:off x="320982" y="2501153"/>
            <a:ext cx="9405723" cy="1497105"/>
          </a:xfrm>
        </p:spPr>
        <p:txBody>
          <a:bodyPr>
            <a:normAutofit lnSpcReduction="10000"/>
          </a:bodyPr>
          <a:lstStyle/>
          <a:p>
            <a:r>
              <a:rPr lang="en-US" sz="2000" u="sng" dirty="0">
                <a:hlinkClick r:id="rId3"/>
              </a:rPr>
              <a:t>https://github.com/Vidhya-Majee/seasonal-agriculture-performance-analysis</a:t>
            </a:r>
          </a:p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r>
              <a:rPr lang="en-US" sz="2000" dirty="0"/>
              <a:t>Repository contains the executed Jupyter Notebook, the dataset, and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30288"/>
            <a:ext cx="8351388" cy="7751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63D9E9-5A48-D5DC-3DDA-12E81BD66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59" y="1057835"/>
            <a:ext cx="10076329" cy="566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685365"/>
            <a:ext cx="11340000" cy="147917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625</TotalTime>
  <Words>522</Words>
  <Application>Microsoft Office PowerPoint</Application>
  <PresentationFormat>Widescreen</PresentationFormat>
  <Paragraphs>51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Vidhya Majee</cp:lastModifiedBy>
  <cp:revision>98</cp:revision>
  <dcterms:created xsi:type="dcterms:W3CDTF">2021-07-11T13:13:15Z</dcterms:created>
  <dcterms:modified xsi:type="dcterms:W3CDTF">2026-09-04T15:42:35Z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