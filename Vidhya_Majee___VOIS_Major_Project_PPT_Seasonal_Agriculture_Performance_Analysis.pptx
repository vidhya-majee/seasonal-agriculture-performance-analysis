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04" r:id="rId15"/>
    <p:sldId id="348" r:id="rId16"/>
    <p:sldId id="343" r:id="rId17"/>
    <p:sldId id="347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791D870-9769-4CAE-B909-3194A5D3FCB8}">
          <p14:sldIdLst>
            <p14:sldId id="338"/>
            <p14:sldId id="327"/>
            <p14:sldId id="315"/>
            <p14:sldId id="329"/>
            <p14:sldId id="302"/>
            <p14:sldId id="339"/>
            <p14:sldId id="340"/>
            <p14:sldId id="344"/>
            <p14:sldId id="345"/>
            <p14:sldId id="346"/>
          </p14:sldIdLst>
        </p14:section>
        <p14:section name="Untitled Section" id="{13CFE95F-23B4-4931-BEC5-DD291C10A803}">
          <p14:sldIdLst>
            <p14:sldId id="304"/>
            <p14:sldId id="348"/>
            <p14:sldId id="343"/>
            <p14:sldId id="34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E4DB7F-1028-4FCE-B38E-CEEB6049508C}" v="109" dt="2026-09-04T06:23:28.678"/>
    <p1510:client id="{EF730085-4CDC-4C53-9EAC-0409C9C577CF}" v="86" dt="2026-09-05T05:39:55.655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5" d="100"/>
          <a:sy n="85" d="100"/>
        </p:scale>
        <p:origin x="494" y="53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dhya Majee" userId="641a53838c14f1ed" providerId="LiveId" clId="{EF730085-4CDC-4C53-9EAC-0409C9C577CF}"/>
    <pc:docChg chg="undo custSel addSld delSld modSld sldOrd modSection">
      <pc:chgData name="Vidhya Majee" userId="641a53838c14f1ed" providerId="LiveId" clId="{EF730085-4CDC-4C53-9EAC-0409C9C577CF}" dt="2026-09-05T05:46:34.949" v="513" actId="207"/>
      <pc:docMkLst>
        <pc:docMk/>
      </pc:docMkLst>
      <pc:sldChg chg="modSp mod">
        <pc:chgData name="Vidhya Majee" userId="641a53838c14f1ed" providerId="LiveId" clId="{EF730085-4CDC-4C53-9EAC-0409C9C577CF}" dt="2026-09-05T05:38:05.733" v="452" actId="113"/>
        <pc:sldMkLst>
          <pc:docMk/>
          <pc:sldMk cId="3401748718" sldId="304"/>
        </pc:sldMkLst>
        <pc:spChg chg="mod">
          <ac:chgData name="Vidhya Majee" userId="641a53838c14f1ed" providerId="LiveId" clId="{EF730085-4CDC-4C53-9EAC-0409C9C577CF}" dt="2026-09-05T05:35:06.675" v="431" actId="1076"/>
          <ac:spMkLst>
            <pc:docMk/>
            <pc:sldMk cId="3401748718" sldId="304"/>
            <ac:spMk id="3" creationId="{D88C20CF-C1EE-4092-B52D-FD4AB2AB2508}"/>
          </ac:spMkLst>
        </pc:spChg>
        <pc:spChg chg="mod">
          <ac:chgData name="Vidhya Majee" userId="641a53838c14f1ed" providerId="LiveId" clId="{EF730085-4CDC-4C53-9EAC-0409C9C577CF}" dt="2026-09-05T05:38:05.733" v="452" actId="113"/>
          <ac:spMkLst>
            <pc:docMk/>
            <pc:sldMk cId="3401748718" sldId="304"/>
            <ac:spMk id="12" creationId="{BC277FD7-925B-4C3D-A364-118403201507}"/>
          </ac:spMkLst>
        </pc:spChg>
      </pc:sldChg>
      <pc:sldChg chg="modSp mod">
        <pc:chgData name="Vidhya Majee" userId="641a53838c14f1ed" providerId="LiveId" clId="{EF730085-4CDC-4C53-9EAC-0409C9C577CF}" dt="2026-09-05T05:38:55.092" v="458" actId="255"/>
        <pc:sldMkLst>
          <pc:docMk/>
          <pc:sldMk cId="3696770303" sldId="315"/>
        </pc:sldMkLst>
        <pc:spChg chg="mod">
          <ac:chgData name="Vidhya Majee" userId="641a53838c14f1ed" providerId="LiveId" clId="{EF730085-4CDC-4C53-9EAC-0409C9C577CF}" dt="2026-09-05T05:38:55.092" v="458" actId="255"/>
          <ac:spMkLst>
            <pc:docMk/>
            <pc:sldMk cId="3696770303" sldId="315"/>
            <ac:spMk id="20" creationId="{00000000-0000-0000-0000-000000000000}"/>
          </ac:spMkLst>
        </pc:spChg>
      </pc:sldChg>
      <pc:sldChg chg="modSp">
        <pc:chgData name="Vidhya Majee" userId="641a53838c14f1ed" providerId="LiveId" clId="{EF730085-4CDC-4C53-9EAC-0409C9C577CF}" dt="2026-09-05T05:38:29.611" v="453" actId="255"/>
        <pc:sldMkLst>
          <pc:docMk/>
          <pc:sldMk cId="3098548442" sldId="327"/>
        </pc:sldMkLst>
        <pc:spChg chg="mod">
          <ac:chgData name="Vidhya Majee" userId="641a53838c14f1ed" providerId="LiveId" clId="{EF730085-4CDC-4C53-9EAC-0409C9C577CF}" dt="2026-09-05T05:38:29.611" v="453" actId="255"/>
          <ac:spMkLst>
            <pc:docMk/>
            <pc:sldMk cId="3098548442" sldId="327"/>
            <ac:spMk id="2" creationId="{E46E4DD1-270B-4C80-AFF0-EB26F132AF36}"/>
          </ac:spMkLst>
        </pc:spChg>
      </pc:sldChg>
      <pc:sldChg chg="modSp mod">
        <pc:chgData name="Vidhya Majee" userId="641a53838c14f1ed" providerId="LiveId" clId="{EF730085-4CDC-4C53-9EAC-0409C9C577CF}" dt="2026-09-05T04:57:55.895" v="356" actId="27636"/>
        <pc:sldMkLst>
          <pc:docMk/>
          <pc:sldMk cId="48075006" sldId="329"/>
        </pc:sldMkLst>
        <pc:spChg chg="mod">
          <ac:chgData name="Vidhya Majee" userId="641a53838c14f1ed" providerId="LiveId" clId="{EF730085-4CDC-4C53-9EAC-0409C9C577CF}" dt="2026-09-05T04:57:55.895" v="356" actId="27636"/>
          <ac:spMkLst>
            <pc:docMk/>
            <pc:sldMk cId="48075006" sldId="329"/>
            <ac:spMk id="2" creationId="{664E3B60-2780-459A-8583-F095D5E7463A}"/>
          </ac:spMkLst>
        </pc:spChg>
      </pc:sldChg>
      <pc:sldChg chg="modSp mod">
        <pc:chgData name="Vidhya Majee" userId="641a53838c14f1ed" providerId="LiveId" clId="{EF730085-4CDC-4C53-9EAC-0409C9C577CF}" dt="2026-09-04T15:14:40.567" v="30" actId="14100"/>
        <pc:sldMkLst>
          <pc:docMk/>
          <pc:sldMk cId="1604013440" sldId="338"/>
        </pc:sldMkLst>
        <pc:spChg chg="mod">
          <ac:chgData name="Vidhya Majee" userId="641a53838c14f1ed" providerId="LiveId" clId="{EF730085-4CDC-4C53-9EAC-0409C9C577CF}" dt="2026-09-04T15:13:11.823" v="25" actId="255"/>
          <ac:spMkLst>
            <pc:docMk/>
            <pc:sldMk cId="1604013440" sldId="338"/>
            <ac:spMk id="2" creationId="{7201737A-B873-4D1D-8A41-5ABF5184BC8F}"/>
          </ac:spMkLst>
        </pc:spChg>
        <pc:spChg chg="mod">
          <ac:chgData name="Vidhya Majee" userId="641a53838c14f1ed" providerId="LiveId" clId="{EF730085-4CDC-4C53-9EAC-0409C9C577CF}" dt="2026-09-04T15:13:42.152" v="29" actId="20577"/>
          <ac:spMkLst>
            <pc:docMk/>
            <pc:sldMk cId="1604013440" sldId="338"/>
            <ac:spMk id="3" creationId="{17F04107-8754-E47D-3375-529E689711FA}"/>
          </ac:spMkLst>
        </pc:spChg>
        <pc:spChg chg="mod">
          <ac:chgData name="Vidhya Majee" userId="641a53838c14f1ed" providerId="LiveId" clId="{EF730085-4CDC-4C53-9EAC-0409C9C577CF}" dt="2026-09-04T15:14:40.567" v="30" actId="14100"/>
          <ac:spMkLst>
            <pc:docMk/>
            <pc:sldMk cId="1604013440" sldId="338"/>
            <ac:spMk id="4" creationId="{92056599-CDAA-4367-BEF8-31D6E32518C8}"/>
          </ac:spMkLst>
        </pc:spChg>
      </pc:sldChg>
      <pc:sldChg chg="addSp delSp modSp mod">
        <pc:chgData name="Vidhya Majee" userId="641a53838c14f1ed" providerId="LiveId" clId="{EF730085-4CDC-4C53-9EAC-0409C9C577CF}" dt="2026-09-04T17:24:57.527" v="218" actId="14100"/>
        <pc:sldMkLst>
          <pc:docMk/>
          <pc:sldMk cId="1086225493" sldId="339"/>
        </pc:sldMkLst>
        <pc:spChg chg="mod">
          <ac:chgData name="Vidhya Majee" userId="641a53838c14f1ed" providerId="LiveId" clId="{EF730085-4CDC-4C53-9EAC-0409C9C577CF}" dt="2026-09-04T15:22:19.430" v="59" actId="14100"/>
          <ac:spMkLst>
            <pc:docMk/>
            <pc:sldMk cId="1086225493" sldId="339"/>
            <ac:spMk id="4" creationId="{AFE3A2AF-177E-45E6-A191-0F8523DB7FFA}"/>
          </ac:spMkLst>
        </pc:spChg>
        <pc:spChg chg="mod">
          <ac:chgData name="Vidhya Majee" userId="641a53838c14f1ed" providerId="LiveId" clId="{EF730085-4CDC-4C53-9EAC-0409C9C577CF}" dt="2026-09-04T15:34:46.457" v="191" actId="14100"/>
          <ac:spMkLst>
            <pc:docMk/>
            <pc:sldMk cId="1086225493" sldId="339"/>
            <ac:spMk id="10" creationId="{B19D8AC7-3787-4ADB-9212-0808F015C2DD}"/>
          </ac:spMkLst>
        </pc:spChg>
        <pc:picChg chg="add del mod">
          <ac:chgData name="Vidhya Majee" userId="641a53838c14f1ed" providerId="LiveId" clId="{EF730085-4CDC-4C53-9EAC-0409C9C577CF}" dt="2026-09-04T17:23:59.560" v="209" actId="21"/>
          <ac:picMkLst>
            <pc:docMk/>
            <pc:sldMk cId="1086225493" sldId="339"/>
            <ac:picMk id="3" creationId="{6A20E020-0DCC-EC0B-745A-E7CAF08DEC57}"/>
          </ac:picMkLst>
        </pc:picChg>
        <pc:picChg chg="add mod">
          <ac:chgData name="Vidhya Majee" userId="641a53838c14f1ed" providerId="LiveId" clId="{EF730085-4CDC-4C53-9EAC-0409C9C577CF}" dt="2026-09-04T17:24:57.527" v="218" actId="14100"/>
          <ac:picMkLst>
            <pc:docMk/>
            <pc:sldMk cId="1086225493" sldId="339"/>
            <ac:picMk id="6" creationId="{2C2A25F1-FA1A-B5DA-0933-B92A3A547E9C}"/>
          </ac:picMkLst>
        </pc:picChg>
        <pc:picChg chg="mod">
          <ac:chgData name="Vidhya Majee" userId="641a53838c14f1ed" providerId="LiveId" clId="{EF730085-4CDC-4C53-9EAC-0409C9C577CF}" dt="2026-09-04T17:24:48.013" v="217" actId="14100"/>
          <ac:picMkLst>
            <pc:docMk/>
            <pc:sldMk cId="1086225493" sldId="339"/>
            <ac:picMk id="99" creationId="{00000000-0000-0000-0000-000000000000}"/>
          </ac:picMkLst>
        </pc:picChg>
      </pc:sldChg>
      <pc:sldChg chg="addSp delSp modSp mod">
        <pc:chgData name="Vidhya Majee" userId="641a53838c14f1ed" providerId="LiveId" clId="{EF730085-4CDC-4C53-9EAC-0409C9C577CF}" dt="2026-09-04T17:26:15.171" v="232" actId="14100"/>
        <pc:sldMkLst>
          <pc:docMk/>
          <pc:sldMk cId="3849627828" sldId="340"/>
        </pc:sldMkLst>
        <pc:spChg chg="mod">
          <ac:chgData name="Vidhya Majee" userId="641a53838c14f1ed" providerId="LiveId" clId="{EF730085-4CDC-4C53-9EAC-0409C9C577CF}" dt="2026-09-04T15:22:56.747" v="69" actId="27636"/>
          <ac:spMkLst>
            <pc:docMk/>
            <pc:sldMk cId="3849627828" sldId="340"/>
            <ac:spMk id="4" creationId="{6D5AF756-BADB-9E87-14AC-F87A8C7463BF}"/>
          </ac:spMkLst>
        </pc:spChg>
        <pc:spChg chg="mod">
          <ac:chgData name="Vidhya Majee" userId="641a53838c14f1ed" providerId="LiveId" clId="{EF730085-4CDC-4C53-9EAC-0409C9C577CF}" dt="2026-09-04T15:34:54.739" v="192" actId="14100"/>
          <ac:spMkLst>
            <pc:docMk/>
            <pc:sldMk cId="3849627828" sldId="340"/>
            <ac:spMk id="10" creationId="{3A64DB11-806F-1A4C-E0D5-D745D29CED50}"/>
          </ac:spMkLst>
        </pc:spChg>
        <pc:picChg chg="add del mod">
          <ac:chgData name="Vidhya Majee" userId="641a53838c14f1ed" providerId="LiveId" clId="{EF730085-4CDC-4C53-9EAC-0409C9C577CF}" dt="2026-09-04T17:25:06.267" v="219" actId="21"/>
          <ac:picMkLst>
            <pc:docMk/>
            <pc:sldMk cId="3849627828" sldId="340"/>
            <ac:picMk id="3" creationId="{05A88067-6EAB-0184-9A59-326B2A156DC3}"/>
          </ac:picMkLst>
        </pc:picChg>
        <pc:picChg chg="add mod">
          <ac:chgData name="Vidhya Majee" userId="641a53838c14f1ed" providerId="LiveId" clId="{EF730085-4CDC-4C53-9EAC-0409C9C577CF}" dt="2026-09-04T17:26:15.171" v="232" actId="14100"/>
          <ac:picMkLst>
            <pc:docMk/>
            <pc:sldMk cId="3849627828" sldId="340"/>
            <ac:picMk id="6" creationId="{2F30A252-44E9-8505-87BC-C34142D0730E}"/>
          </ac:picMkLst>
        </pc:picChg>
        <pc:picChg chg="mod">
          <ac:chgData name="Vidhya Majee" userId="641a53838c14f1ed" providerId="LiveId" clId="{EF730085-4CDC-4C53-9EAC-0409C9C577CF}" dt="2026-09-04T17:26:12.220" v="231" actId="14100"/>
          <ac:picMkLst>
            <pc:docMk/>
            <pc:sldMk cId="3849627828" sldId="340"/>
            <ac:picMk id="99" creationId="{00000000-0000-0000-0000-000000000000}"/>
          </ac:picMkLst>
        </pc:picChg>
      </pc:sldChg>
      <pc:sldChg chg="modSp del mod modAnim">
        <pc:chgData name="Vidhya Majee" userId="641a53838c14f1ed" providerId="LiveId" clId="{EF730085-4CDC-4C53-9EAC-0409C9C577CF}" dt="2026-09-05T05:41:33.308" v="510" actId="47"/>
        <pc:sldMkLst>
          <pc:docMk/>
          <pc:sldMk cId="776828144" sldId="341"/>
        </pc:sldMkLst>
        <pc:spChg chg="mod modVis">
          <ac:chgData name="Vidhya Majee" userId="641a53838c14f1ed" providerId="LiveId" clId="{EF730085-4CDC-4C53-9EAC-0409C9C577CF}" dt="2026-09-05T05:32:09.368" v="376" actId="20577"/>
          <ac:spMkLst>
            <pc:docMk/>
            <pc:sldMk cId="776828144" sldId="341"/>
            <ac:spMk id="4" creationId="{9B097C2C-D75A-31D4-CD9F-366F39CDE51D}"/>
          </ac:spMkLst>
        </pc:spChg>
        <pc:spChg chg="mod">
          <ac:chgData name="Vidhya Majee" userId="641a53838c14f1ed" providerId="LiveId" clId="{EF730085-4CDC-4C53-9EAC-0409C9C577CF}" dt="2026-09-05T04:56:24.473" v="340"/>
          <ac:spMkLst>
            <pc:docMk/>
            <pc:sldMk cId="776828144" sldId="341"/>
            <ac:spMk id="7" creationId="{B7444DDE-63A3-9721-77CC-C93FED110DAF}"/>
          </ac:spMkLst>
        </pc:spChg>
        <pc:spChg chg="mod">
          <ac:chgData name="Vidhya Majee" userId="641a53838c14f1ed" providerId="LiveId" clId="{EF730085-4CDC-4C53-9EAC-0409C9C577CF}" dt="2026-09-05T05:32:09.674" v="377" actId="20577"/>
          <ac:spMkLst>
            <pc:docMk/>
            <pc:sldMk cId="776828144" sldId="341"/>
            <ac:spMk id="21" creationId="{00000000-0000-0000-0000-000000000000}"/>
          </ac:spMkLst>
        </pc:spChg>
        <pc:picChg chg="mod modVis">
          <ac:chgData name="Vidhya Majee" userId="641a53838c14f1ed" providerId="LiveId" clId="{EF730085-4CDC-4C53-9EAC-0409C9C577CF}" dt="2026-09-05T04:57:13.476" v="343" actId="14429"/>
          <ac:picMkLst>
            <pc:docMk/>
            <pc:sldMk cId="776828144" sldId="341"/>
            <ac:picMk id="5" creationId="{04506C61-5206-F1DF-9994-DED24DFB1C65}"/>
          </ac:picMkLst>
        </pc:picChg>
      </pc:sldChg>
      <pc:sldChg chg="addSp delSp modSp del mod ord">
        <pc:chgData name="Vidhya Majee" userId="641a53838c14f1ed" providerId="LiveId" clId="{EF730085-4CDC-4C53-9EAC-0409C9C577CF}" dt="2026-09-05T05:41:29.662" v="509" actId="47"/>
        <pc:sldMkLst>
          <pc:docMk/>
          <pc:sldMk cId="3863610428" sldId="342"/>
        </pc:sldMkLst>
        <pc:spChg chg="add del mod">
          <ac:chgData name="Vidhya Majee" userId="641a53838c14f1ed" providerId="LiveId" clId="{EF730085-4CDC-4C53-9EAC-0409C9C577CF}" dt="2026-09-05T04:52:58.723" v="294"/>
          <ac:spMkLst>
            <pc:docMk/>
            <pc:sldMk cId="3863610428" sldId="342"/>
            <ac:spMk id="3" creationId="{59BF2595-6E2B-F69D-79D0-CBC5E82539EA}"/>
          </ac:spMkLst>
        </pc:spChg>
        <pc:spChg chg="mod">
          <ac:chgData name="Vidhya Majee" userId="641a53838c14f1ed" providerId="LiveId" clId="{EF730085-4CDC-4C53-9EAC-0409C9C577CF}" dt="2026-09-05T04:55:39.860" v="335" actId="27636"/>
          <ac:spMkLst>
            <pc:docMk/>
            <pc:sldMk cId="3863610428" sldId="342"/>
            <ac:spMk id="4" creationId="{901A2257-2F98-CB88-038E-C0F1D0A1A363}"/>
          </ac:spMkLst>
        </pc:spChg>
        <pc:spChg chg="add del mod">
          <ac:chgData name="Vidhya Majee" userId="641a53838c14f1ed" providerId="LiveId" clId="{EF730085-4CDC-4C53-9EAC-0409C9C577CF}" dt="2026-09-05T04:54:30.209" v="314"/>
          <ac:spMkLst>
            <pc:docMk/>
            <pc:sldMk cId="3863610428" sldId="342"/>
            <ac:spMk id="9" creationId="{4A420573-6531-4414-340E-48E542C54C07}"/>
          </ac:spMkLst>
        </pc:spChg>
        <pc:spChg chg="mod">
          <ac:chgData name="Vidhya Majee" userId="641a53838c14f1ed" providerId="LiveId" clId="{EF730085-4CDC-4C53-9EAC-0409C9C577CF}" dt="2026-09-05T04:55:23.984" v="333" actId="14100"/>
          <ac:spMkLst>
            <pc:docMk/>
            <pc:sldMk cId="3863610428" sldId="342"/>
            <ac:spMk id="22" creationId="{00000000-0000-0000-0000-000000000000}"/>
          </ac:spMkLst>
        </pc:spChg>
      </pc:sldChg>
      <pc:sldChg chg="modSp mod ord">
        <pc:chgData name="Vidhya Majee" userId="641a53838c14f1ed" providerId="LiveId" clId="{EF730085-4CDC-4C53-9EAC-0409C9C577CF}" dt="2026-09-05T05:33:00.738" v="388"/>
        <pc:sldMkLst>
          <pc:docMk/>
          <pc:sldMk cId="3962802212" sldId="343"/>
        </pc:sldMkLst>
        <pc:picChg chg="mod">
          <ac:chgData name="Vidhya Majee" userId="641a53838c14f1ed" providerId="LiveId" clId="{EF730085-4CDC-4C53-9EAC-0409C9C577CF}" dt="2026-09-05T05:31:21.687" v="363" actId="1076"/>
          <ac:picMkLst>
            <pc:docMk/>
            <pc:sldMk cId="3962802212" sldId="343"/>
            <ac:picMk id="3" creationId="{D263D9E9-5A48-D5DC-3DDA-12E81BD66AB8}"/>
          </ac:picMkLst>
        </pc:picChg>
      </pc:sldChg>
      <pc:sldChg chg="addSp delSp modSp mod">
        <pc:chgData name="Vidhya Majee" userId="641a53838c14f1ed" providerId="LiveId" clId="{EF730085-4CDC-4C53-9EAC-0409C9C577CF}" dt="2026-09-04T17:27:12.316" v="239" actId="14100"/>
        <pc:sldMkLst>
          <pc:docMk/>
          <pc:sldMk cId="1698901770" sldId="344"/>
        </pc:sldMkLst>
        <pc:spChg chg="mod">
          <ac:chgData name="Vidhya Majee" userId="641a53838c14f1ed" providerId="LiveId" clId="{EF730085-4CDC-4C53-9EAC-0409C9C577CF}" dt="2026-09-04T15:25:47.613" v="99" actId="27636"/>
          <ac:spMkLst>
            <pc:docMk/>
            <pc:sldMk cId="1698901770" sldId="344"/>
            <ac:spMk id="4" creationId="{DFCD5524-F764-DC63-6F54-D48057CF17B7}"/>
          </ac:spMkLst>
        </pc:spChg>
        <pc:spChg chg="mod">
          <ac:chgData name="Vidhya Majee" userId="641a53838c14f1ed" providerId="LiveId" clId="{EF730085-4CDC-4C53-9EAC-0409C9C577CF}" dt="2026-09-04T15:35:11.472" v="194" actId="14100"/>
          <ac:spMkLst>
            <pc:docMk/>
            <pc:sldMk cId="1698901770" sldId="344"/>
            <ac:spMk id="10" creationId="{B6E3B1C7-6A8B-23EE-6251-DC1067C6ADE9}"/>
          </ac:spMkLst>
        </pc:spChg>
        <pc:picChg chg="add del mod">
          <ac:chgData name="Vidhya Majee" userId="641a53838c14f1ed" providerId="LiveId" clId="{EF730085-4CDC-4C53-9EAC-0409C9C577CF}" dt="2026-09-04T17:26:33.831" v="233" actId="21"/>
          <ac:picMkLst>
            <pc:docMk/>
            <pc:sldMk cId="1698901770" sldId="344"/>
            <ac:picMk id="3" creationId="{10190294-024A-3D73-2FE2-7FAB215FA91C}"/>
          </ac:picMkLst>
        </pc:picChg>
        <pc:picChg chg="add mod">
          <ac:chgData name="Vidhya Majee" userId="641a53838c14f1ed" providerId="LiveId" clId="{EF730085-4CDC-4C53-9EAC-0409C9C577CF}" dt="2026-09-04T17:27:12.316" v="239" actId="14100"/>
          <ac:picMkLst>
            <pc:docMk/>
            <pc:sldMk cId="1698901770" sldId="344"/>
            <ac:picMk id="6" creationId="{51FDB9BA-71B1-6032-392F-E88769C65372}"/>
          </ac:picMkLst>
        </pc:picChg>
        <pc:picChg chg="mod">
          <ac:chgData name="Vidhya Majee" userId="641a53838c14f1ed" providerId="LiveId" clId="{EF730085-4CDC-4C53-9EAC-0409C9C577CF}" dt="2026-09-04T15:27:11.322" v="118" actId="14100"/>
          <ac:picMkLst>
            <pc:docMk/>
            <pc:sldMk cId="1698901770" sldId="344"/>
            <ac:picMk id="99" creationId="{00000000-0000-0000-0000-000000000000}"/>
          </ac:picMkLst>
        </pc:picChg>
      </pc:sldChg>
      <pc:sldChg chg="addSp delSp modSp mod">
        <pc:chgData name="Vidhya Majee" userId="641a53838c14f1ed" providerId="LiveId" clId="{EF730085-4CDC-4C53-9EAC-0409C9C577CF}" dt="2026-09-04T17:28:21.648" v="253" actId="14100"/>
        <pc:sldMkLst>
          <pc:docMk/>
          <pc:sldMk cId="1903979828" sldId="345"/>
        </pc:sldMkLst>
        <pc:spChg chg="mod">
          <ac:chgData name="Vidhya Majee" userId="641a53838c14f1ed" providerId="LiveId" clId="{EF730085-4CDC-4C53-9EAC-0409C9C577CF}" dt="2026-09-04T15:29:04.702" v="135" actId="14100"/>
          <ac:spMkLst>
            <pc:docMk/>
            <pc:sldMk cId="1903979828" sldId="345"/>
            <ac:spMk id="4" creationId="{15FD49EE-0956-AAE3-737B-15F7D4267C1A}"/>
          </ac:spMkLst>
        </pc:spChg>
        <pc:spChg chg="mod">
          <ac:chgData name="Vidhya Majee" userId="641a53838c14f1ed" providerId="LiveId" clId="{EF730085-4CDC-4C53-9EAC-0409C9C577CF}" dt="2026-09-04T15:35:33.312" v="198" actId="14100"/>
          <ac:spMkLst>
            <pc:docMk/>
            <pc:sldMk cId="1903979828" sldId="345"/>
            <ac:spMk id="10" creationId="{2B7B89A1-9444-8322-CADC-42D31D698FA8}"/>
          </ac:spMkLst>
        </pc:spChg>
        <pc:picChg chg="add del mod">
          <ac:chgData name="Vidhya Majee" userId="641a53838c14f1ed" providerId="LiveId" clId="{EF730085-4CDC-4C53-9EAC-0409C9C577CF}" dt="2026-09-04T17:27:29.479" v="241" actId="21"/>
          <ac:picMkLst>
            <pc:docMk/>
            <pc:sldMk cId="1903979828" sldId="345"/>
            <ac:picMk id="3" creationId="{5BBABFA1-2CA4-7131-AAA2-CA9FC72AB107}"/>
          </ac:picMkLst>
        </pc:picChg>
        <pc:picChg chg="add mod">
          <ac:chgData name="Vidhya Majee" userId="641a53838c14f1ed" providerId="LiveId" clId="{EF730085-4CDC-4C53-9EAC-0409C9C577CF}" dt="2026-09-04T17:28:21.648" v="253" actId="14100"/>
          <ac:picMkLst>
            <pc:docMk/>
            <pc:sldMk cId="1903979828" sldId="345"/>
            <ac:picMk id="6" creationId="{2B2FE8B7-133B-379D-A522-7692D12DEBEC}"/>
          </ac:picMkLst>
        </pc:picChg>
        <pc:picChg chg="mod">
          <ac:chgData name="Vidhya Majee" userId="641a53838c14f1ed" providerId="LiveId" clId="{EF730085-4CDC-4C53-9EAC-0409C9C577CF}" dt="2026-09-04T17:28:08.080" v="251" actId="14100"/>
          <ac:picMkLst>
            <pc:docMk/>
            <pc:sldMk cId="1903979828" sldId="345"/>
            <ac:picMk id="99" creationId="{00000000-0000-0000-0000-000000000000}"/>
          </ac:picMkLst>
        </pc:picChg>
      </pc:sldChg>
      <pc:sldChg chg="addSp delSp modSp mod">
        <pc:chgData name="Vidhya Majee" userId="641a53838c14f1ed" providerId="LiveId" clId="{EF730085-4CDC-4C53-9EAC-0409C9C577CF}" dt="2026-09-04T17:30:07.446" v="270" actId="14100"/>
        <pc:sldMkLst>
          <pc:docMk/>
          <pc:sldMk cId="1421522261" sldId="346"/>
        </pc:sldMkLst>
        <pc:spChg chg="mod">
          <ac:chgData name="Vidhya Majee" userId="641a53838c14f1ed" providerId="LiveId" clId="{EF730085-4CDC-4C53-9EAC-0409C9C577CF}" dt="2026-09-04T15:33:55.460" v="190" actId="14100"/>
          <ac:spMkLst>
            <pc:docMk/>
            <pc:sldMk cId="1421522261" sldId="346"/>
            <ac:spMk id="4" creationId="{99E35150-35BD-1B1F-9A8C-890DBFDF3B54}"/>
          </ac:spMkLst>
        </pc:spChg>
        <pc:spChg chg="mod">
          <ac:chgData name="Vidhya Majee" userId="641a53838c14f1ed" providerId="LiveId" clId="{EF730085-4CDC-4C53-9EAC-0409C9C577CF}" dt="2026-09-04T15:33:26.524" v="184" actId="14100"/>
          <ac:spMkLst>
            <pc:docMk/>
            <pc:sldMk cId="1421522261" sldId="346"/>
            <ac:spMk id="10" creationId="{F85C769B-425A-FE3B-E47A-3B747985DC52}"/>
          </ac:spMkLst>
        </pc:spChg>
        <pc:picChg chg="add del mod">
          <ac:chgData name="Vidhya Majee" userId="641a53838c14f1ed" providerId="LiveId" clId="{EF730085-4CDC-4C53-9EAC-0409C9C577CF}" dt="2026-09-04T17:28:31.429" v="254" actId="21"/>
          <ac:picMkLst>
            <pc:docMk/>
            <pc:sldMk cId="1421522261" sldId="346"/>
            <ac:picMk id="3" creationId="{B631DD34-0E3C-2138-50C5-4F6D0FE55733}"/>
          </ac:picMkLst>
        </pc:picChg>
        <pc:picChg chg="add mod">
          <ac:chgData name="Vidhya Majee" userId="641a53838c14f1ed" providerId="LiveId" clId="{EF730085-4CDC-4C53-9EAC-0409C9C577CF}" dt="2026-09-04T17:30:07.446" v="270" actId="14100"/>
          <ac:picMkLst>
            <pc:docMk/>
            <pc:sldMk cId="1421522261" sldId="346"/>
            <ac:picMk id="6" creationId="{CD471A0B-5B5B-36F7-9E86-233E06345336}"/>
          </ac:picMkLst>
        </pc:picChg>
        <pc:picChg chg="mod">
          <ac:chgData name="Vidhya Majee" userId="641a53838c14f1ed" providerId="LiveId" clId="{EF730085-4CDC-4C53-9EAC-0409C9C577CF}" dt="2026-09-04T15:33:17.534" v="181" actId="14100"/>
          <ac:picMkLst>
            <pc:docMk/>
            <pc:sldMk cId="1421522261" sldId="346"/>
            <ac:picMk id="99" creationId="{00000000-0000-0000-0000-000000000000}"/>
          </ac:picMkLst>
        </pc:picChg>
      </pc:sldChg>
      <pc:sldChg chg="add">
        <pc:chgData name="Vidhya Majee" userId="641a53838c14f1ed" providerId="LiveId" clId="{EF730085-4CDC-4C53-9EAC-0409C9C577CF}" dt="2026-09-05T05:32:25.028" v="378" actId="2890"/>
        <pc:sldMkLst>
          <pc:docMk/>
          <pc:sldMk cId="3308496198" sldId="347"/>
        </pc:sldMkLst>
      </pc:sldChg>
      <pc:sldChg chg="modSp add mod modAnim">
        <pc:chgData name="Vidhya Majee" userId="641a53838c14f1ed" providerId="LiveId" clId="{EF730085-4CDC-4C53-9EAC-0409C9C577CF}" dt="2026-09-05T05:46:34.949" v="513" actId="207"/>
        <pc:sldMkLst>
          <pc:docMk/>
          <pc:sldMk cId="403887915" sldId="348"/>
        </pc:sldMkLst>
        <pc:spChg chg="mod">
          <ac:chgData name="Vidhya Majee" userId="641a53838c14f1ed" providerId="LiveId" clId="{EF730085-4CDC-4C53-9EAC-0409C9C577CF}" dt="2026-09-05T05:39:58.984" v="489" actId="14100"/>
          <ac:spMkLst>
            <pc:docMk/>
            <pc:sldMk cId="403887915" sldId="348"/>
            <ac:spMk id="3" creationId="{D88C20CF-C1EE-4092-B52D-FD4AB2AB2508}"/>
          </ac:spMkLst>
        </pc:spChg>
        <pc:spChg chg="mod">
          <ac:chgData name="Vidhya Majee" userId="641a53838c14f1ed" providerId="LiveId" clId="{EF730085-4CDC-4C53-9EAC-0409C9C577CF}" dt="2026-09-05T05:46:34.949" v="513" actId="207"/>
          <ac:spMkLst>
            <pc:docMk/>
            <pc:sldMk cId="403887915" sldId="348"/>
            <ac:spMk id="12" creationId="{BC277FD7-925B-4C3D-A364-11840320150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9/5/2026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9/5/2026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dhya-Majee/seasonal-agriculture-performance-analysis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7405" y="3583914"/>
            <a:ext cx="8841020" cy="99255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b="0" dirty="0">
                <a:solidFill>
                  <a:schemeClr val="tx1"/>
                </a:solidFill>
              </a:rPr>
              <a:t> Name </a:t>
            </a:r>
            <a:r>
              <a:rPr lang="en-US" sz="2400" b="0" dirty="0">
                <a:solidFill>
                  <a:schemeClr val="tx1"/>
                </a:solidFill>
              </a:rPr>
              <a:t>– </a:t>
            </a:r>
            <a:r>
              <a:rPr lang="en-US" sz="2400" u="sng" dirty="0">
                <a:solidFill>
                  <a:schemeClr val="tx1"/>
                </a:solidFill>
              </a:rPr>
              <a:t>Vidhya Majee</a:t>
            </a:r>
            <a:endParaRPr lang="en-IN" sz="2400" u="sng" dirty="0">
              <a:solidFill>
                <a:schemeClr val="tx1"/>
              </a:solidFill>
            </a:endParaRPr>
          </a:p>
          <a:p>
            <a:pPr algn="r"/>
            <a:r>
              <a:rPr lang="en-US" b="0" dirty="0">
                <a:solidFill>
                  <a:schemeClr val="tx1"/>
                </a:solidFill>
              </a:rPr>
              <a:t>College Name- </a:t>
            </a:r>
            <a:r>
              <a:rPr lang="en-US" sz="2400" u="sng" dirty="0" err="1">
                <a:solidFill>
                  <a:schemeClr val="tx1"/>
                </a:solidFill>
              </a:rPr>
              <a:t>Allenhouse</a:t>
            </a:r>
            <a:r>
              <a:rPr lang="en-US" sz="2400" u="sng" dirty="0">
                <a:solidFill>
                  <a:schemeClr val="tx1"/>
                </a:solidFill>
              </a:rPr>
              <a:t> Business School</a:t>
            </a:r>
            <a:endParaRPr lang="en-IN" sz="2400" u="sng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859" y="2093003"/>
            <a:ext cx="10113665" cy="1234346"/>
          </a:xfrm>
        </p:spPr>
        <p:txBody>
          <a:bodyPr>
            <a:normAutofit/>
          </a:bodyPr>
          <a:lstStyle/>
          <a:p>
            <a:r>
              <a:rPr lang="en-GB" sz="3200" dirty="0"/>
              <a:t>Project Title –</a:t>
            </a:r>
            <a:br>
              <a:rPr lang="en-GB" sz="3200" dirty="0"/>
            </a:br>
            <a:r>
              <a:rPr lang="en-IN" sz="3600" b="1" u="sng" dirty="0"/>
              <a:t>Seasonal Agriculture Performance Analysis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3675529" y="4576469"/>
            <a:ext cx="62842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AICTE</a:t>
            </a:r>
            <a:r>
              <a:rPr lang="en-US" b="1" dirty="0"/>
              <a:t> </a:t>
            </a:r>
            <a:r>
              <a:rPr lang="en-US" dirty="0"/>
              <a:t>STU</a:t>
            </a:r>
            <a:r>
              <a:rPr lang="en-US" b="1" dirty="0"/>
              <a:t> </a:t>
            </a:r>
            <a:r>
              <a:rPr lang="en-US" dirty="0"/>
              <a:t>ID</a:t>
            </a:r>
            <a:r>
              <a:rPr lang="en-US" b="1" dirty="0"/>
              <a:t>- </a:t>
            </a:r>
            <a:r>
              <a:rPr lang="en-IN" dirty="0"/>
              <a:t> </a:t>
            </a:r>
            <a:r>
              <a:rPr lang="en-IN" sz="2400" b="1" dirty="0"/>
              <a:t>STU6a32bc8af13221781709962</a:t>
            </a:r>
            <a:r>
              <a:rPr lang="en-IN" sz="2400" dirty="0"/>
              <a:t> </a:t>
            </a:r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1341" y="1443318"/>
            <a:ext cx="7328865" cy="4751925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Agricultural activities are influenced by seasonal variations in environmental conditions, farming practices, resource availability and market conditions. As a result, agricultural performance may differ from one season to another.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 However, raw agricultural data does not clearly explain how agricultural performance changes across seasons or what patterns can be observed in different seasonal conditions.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 The problem is to analyze the given agricultural dataset and investigate seasonal differences in agricultural performance by identifying meaningful patterns, trends, relationships and variations within the available data.</a:t>
            </a: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93059"/>
            <a:ext cx="6276109" cy="1039905"/>
          </a:xfrm>
        </p:spPr>
        <p:txBody>
          <a:bodyPr>
            <a:normAutofit/>
          </a:bodyPr>
          <a:lstStyle/>
          <a:p>
            <a:r>
              <a:rPr lang="en-GB" dirty="0"/>
              <a:t>Project Description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0" name="Description Body"/>
          <p:cNvSpPr>
            <a:spLocks noGrp="1"/>
          </p:cNvSpPr>
          <p:nvPr>
            <p:ph type="body" sz="quarter" idx="12"/>
          </p:nvPr>
        </p:nvSpPr>
        <p:spPr>
          <a:xfrm>
            <a:off x="660399" y="1532964"/>
            <a:ext cx="8100000" cy="5131995"/>
          </a:xfrm>
        </p:spPr>
        <p:txBody>
          <a:bodyPr>
            <a:normAutofit fontScale="92500" lnSpcReduction="20000"/>
          </a:bodyPr>
          <a:lstStyle/>
          <a:p>
            <a:pPr marL="285750" indent="-285750">
              <a:lnSpc>
                <a:spcPct val="130000"/>
              </a:lnSpc>
              <a:spcAft>
                <a:spcPts val="800"/>
              </a:spcAft>
              <a:buFont typeface="Arial"/>
              <a:buChar char="•"/>
            </a:pPr>
            <a:r>
              <a:rPr lang="en-US" dirty="0"/>
              <a:t>Analyzes 4,000 farm records across 8 Indian states, 8 crops and 3 cropping seasons (Kharif, Rabi, Zaid) to uncover how environmental, resource and economic factors shift across seasons.</a:t>
            </a:r>
          </a:p>
          <a:p>
            <a:pPr marL="285750" indent="-285750">
              <a:lnSpc>
                <a:spcPct val="130000"/>
              </a:lnSpc>
              <a:spcAft>
                <a:spcPts val="800"/>
              </a:spcAft>
              <a:buFont typeface="Arial"/>
              <a:buChar char="•"/>
            </a:pPr>
            <a:r>
              <a:rPr lang="en-US" dirty="0"/>
              <a:t>Cleans and prepares raw data — season-wise missing value imputation and crop-aware outlier checks — before analysis.</a:t>
            </a:r>
          </a:p>
          <a:p>
            <a:pPr marL="285750" indent="-285750">
              <a:lnSpc>
                <a:spcPct val="130000"/>
              </a:lnSpc>
              <a:spcAft>
                <a:spcPts val="800"/>
              </a:spcAft>
              <a:buFont typeface="Arial"/>
              <a:buChar char="•"/>
            </a:pPr>
            <a:r>
              <a:rPr lang="en-US" dirty="0"/>
              <a:t>Uses Python (Pandas, Seaborn, SciPy) to compare yield, cost, profit, water use and disease risk across seasons through visual and statistical (ANOVA) methods.</a:t>
            </a:r>
          </a:p>
          <a:p>
            <a:pPr marL="285750" indent="-285750">
              <a:lnSpc>
                <a:spcPct val="130000"/>
              </a:lnSpc>
              <a:spcAft>
                <a:spcPts val="800"/>
              </a:spcAft>
              <a:buFont typeface="Arial"/>
              <a:buChar char="•"/>
            </a:pPr>
            <a:r>
              <a:rPr lang="en-US" dirty="0"/>
              <a:t>Key finding: profit and financial risk vary far more significantly by season than yield does — Zaid is the smallest, driest and financially riskiest season.</a:t>
            </a:r>
          </a:p>
          <a:p>
            <a:pPr marL="285750" indent="-285750">
              <a:lnSpc>
                <a:spcPct val="130000"/>
              </a:lnSpc>
              <a:spcAft>
                <a:spcPts val="800"/>
              </a:spcAft>
              <a:buFont typeface="Arial"/>
              <a:buChar char="•"/>
            </a:pPr>
            <a:r>
              <a:rPr lang="en-US" dirty="0"/>
              <a:t>Delivers evidence-based recommendations for season-specific irrigation, pest-budget and crop planning.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679258"/>
            <a:ext cx="7904481" cy="4640860"/>
          </a:xfrm>
        </p:spPr>
        <p:txBody>
          <a:bodyPr>
            <a:normAutofit fontScale="92500"/>
          </a:bodyPr>
          <a:lstStyle/>
          <a:p>
            <a:pPr marL="285750" indent="-285750">
              <a:lnSpc>
                <a:spcPct val="130000"/>
              </a:lnSpc>
              <a:spcAft>
                <a:spcPts val="800"/>
              </a:spcAft>
              <a:buFont typeface="Arial"/>
              <a:buChar char="•"/>
            </a:pPr>
            <a:r>
              <a:rPr lang="en-US" sz="2200" dirty="0"/>
              <a:t>Agricultural policy planners &amp; government departments designing season-specific support schemes.</a:t>
            </a:r>
          </a:p>
          <a:p>
            <a:pPr marL="285750" indent="-285750">
              <a:lnSpc>
                <a:spcPct val="130000"/>
              </a:lnSpc>
              <a:spcAft>
                <a:spcPts val="800"/>
              </a:spcAft>
              <a:buFont typeface="Arial"/>
              <a:buChar char="•"/>
            </a:pPr>
            <a:r>
              <a:rPr lang="en-US" sz="2200" dirty="0"/>
              <a:t>Agri-fintech &amp; crop-insurance companies pricing seasonal risk for lending and insurance.</a:t>
            </a:r>
          </a:p>
          <a:p>
            <a:pPr marL="285750" indent="-285750">
              <a:lnSpc>
                <a:spcPct val="130000"/>
              </a:lnSpc>
              <a:spcAft>
                <a:spcPts val="800"/>
              </a:spcAft>
              <a:buFont typeface="Arial"/>
              <a:buChar char="•"/>
            </a:pPr>
            <a:r>
              <a:rPr lang="en-US" sz="2200" dirty="0"/>
              <a:t>Farmer cooperatives &amp; agri-extension officers advising on irrigation and crop-season choices.</a:t>
            </a:r>
          </a:p>
          <a:p>
            <a:pPr marL="285750" indent="-285750">
              <a:lnSpc>
                <a:spcPct val="130000"/>
              </a:lnSpc>
              <a:spcAft>
                <a:spcPts val="800"/>
              </a:spcAft>
              <a:buFont typeface="Arial"/>
              <a:buChar char="•"/>
            </a:pPr>
            <a:r>
              <a:rPr lang="en-US" sz="2200" dirty="0"/>
              <a:t>Agri-input companies (fertilizer, pesticide, irrigation equipment) planning seasonal demand.</a:t>
            </a:r>
          </a:p>
          <a:p>
            <a:pPr marL="285750" indent="-285750">
              <a:lnSpc>
                <a:spcPct val="130000"/>
              </a:lnSpc>
              <a:spcAft>
                <a:spcPts val="800"/>
              </a:spcAft>
              <a:buFont typeface="Arial"/>
              <a:buChar char="•"/>
            </a:pPr>
            <a:r>
              <a:rPr lang="en-US" sz="2200" dirty="0"/>
              <a:t>Researchers &amp; students studying agricultural data analytics.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49506" y="1425387"/>
            <a:ext cx="9108141" cy="5118847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40000"/>
              </a:lnSpc>
              <a:spcAft>
                <a:spcPts val="800"/>
              </a:spcAft>
              <a:buFont typeface="Arial"/>
              <a:buChar char="•"/>
            </a:pPr>
            <a:r>
              <a:rPr lang="en-US" sz="2400" dirty="0"/>
              <a:t>Python — core language for the analysis</a:t>
            </a:r>
          </a:p>
          <a:p>
            <a:pPr marL="285750" indent="-285750">
              <a:lnSpc>
                <a:spcPct val="140000"/>
              </a:lnSpc>
              <a:spcAft>
                <a:spcPts val="800"/>
              </a:spcAft>
              <a:buFont typeface="Arial"/>
              <a:buChar char="•"/>
            </a:pPr>
            <a:r>
              <a:rPr lang="en-US" sz="2400" dirty="0"/>
              <a:t>Pandas &amp; NumPy — data cleaning, aggregation and pivoting</a:t>
            </a:r>
          </a:p>
          <a:p>
            <a:pPr marL="285750" indent="-285750">
              <a:lnSpc>
                <a:spcPct val="140000"/>
              </a:lnSpc>
              <a:spcAft>
                <a:spcPts val="800"/>
              </a:spcAft>
              <a:buFont typeface="Arial"/>
              <a:buChar char="•"/>
            </a:pPr>
            <a:r>
              <a:rPr lang="en-US" sz="2400" dirty="0"/>
              <a:t>Matplotlib &amp; Seaborn — visualizations (boxplots, heatmaps, violin &amp; bar charts)</a:t>
            </a:r>
          </a:p>
          <a:p>
            <a:pPr marL="285750" indent="-285750">
              <a:lnSpc>
                <a:spcPct val="140000"/>
              </a:lnSpc>
              <a:spcAft>
                <a:spcPts val="800"/>
              </a:spcAft>
              <a:buFont typeface="Arial"/>
              <a:buChar char="•"/>
            </a:pPr>
            <a:r>
              <a:rPr lang="en-US" sz="2400" dirty="0"/>
              <a:t>SciPy (stats) — one-way ANOVA significance testing across seasons</a:t>
            </a:r>
          </a:p>
          <a:p>
            <a:pPr marL="285750" indent="-285750">
              <a:lnSpc>
                <a:spcPct val="140000"/>
              </a:lnSpc>
              <a:spcAft>
                <a:spcPts val="800"/>
              </a:spcAft>
              <a:buFont typeface="Arial"/>
              <a:buChar char="•"/>
            </a:pPr>
            <a:r>
              <a:rPr lang="en-US" sz="2400" dirty="0"/>
              <a:t>Jupyter Notebook — end-to-end analysis and documentation environment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93307"/>
            <a:ext cx="2981643" cy="1108280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866158"/>
            <a:ext cx="8991600" cy="335429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800" b="1" dirty="0"/>
              <a:t>Rainfall, Temperature, Yield, Profit, Water Use &amp; Disease Risk by Season</a:t>
            </a:r>
            <a:endParaRPr lang="en-IN" dirty="0"/>
          </a:p>
        </p:txBody>
      </p:sp>
      <p:pic>
        <p:nvPicPr>
          <p:cNvPr id="99" name="Season Boxplot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275371"/>
            <a:ext cx="9144262" cy="54893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C2A25F1-FA1A-B5DA-0933-B92A3A547E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263" y="1138519"/>
            <a:ext cx="3047736" cy="5719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193040"/>
            <a:ext cx="2981643" cy="8907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959204"/>
            <a:ext cx="9106678" cy="421728"/>
          </a:xfrm>
        </p:spPr>
        <p:txBody>
          <a:bodyPr/>
          <a:lstStyle/>
          <a:p>
            <a:pPr marL="0" indent="0" algn="ctr">
              <a:buNone/>
            </a:pPr>
            <a:r>
              <a:rPr lang="en-US" sz="1800" b="1" dirty="0"/>
              <a:t>Average Cost, Revenue, Profit &amp; Profit Margin by Season</a:t>
            </a:r>
            <a:endParaRPr lang="en-IN" dirty="0"/>
          </a:p>
        </p:txBody>
      </p:sp>
      <p:pic>
        <p:nvPicPr>
          <p:cNvPr id="99" name="Economics by Seas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492898"/>
            <a:ext cx="8695764" cy="51720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F30A252-44E9-8505-87BC-C34142D073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5765" y="1492898"/>
            <a:ext cx="3496234" cy="5293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90"/>
            <a:ext cx="2981643" cy="711742"/>
          </a:xfrm>
        </p:spPr>
        <p:txBody>
          <a:bodyPr>
            <a:normAutofit fontScale="90000"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78541" y="1183922"/>
            <a:ext cx="6810714" cy="429725"/>
          </a:xfrm>
        </p:spPr>
        <p:txBody>
          <a:bodyPr/>
          <a:lstStyle/>
          <a:p>
            <a:pPr marL="0" indent="0" algn="ctr">
              <a:buNone/>
            </a:pPr>
            <a:r>
              <a:rPr lang="en-US" sz="1800" b="1" dirty="0"/>
              <a:t>Average Yield (t/ha) by Crop and Season</a:t>
            </a:r>
            <a:endParaRPr lang="en-IN" dirty="0"/>
          </a:p>
        </p:txBody>
      </p:sp>
      <p:pic>
        <p:nvPicPr>
          <p:cNvPr id="99" name="Yield by Crop Seas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" y="1608410"/>
            <a:ext cx="8848165" cy="51188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FDB9BA-71B1-6032-392F-E88769C653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8441" y="1859502"/>
            <a:ext cx="3343283" cy="4805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193041"/>
            <a:ext cx="2981643" cy="1008546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51647" y="1028252"/>
            <a:ext cx="7261412" cy="66607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800" b="1" dirty="0"/>
              <a:t>Irrigation Method Mix Is Nearly Uniform Across All Three Seasons</a:t>
            </a:r>
            <a:endParaRPr lang="en-IN" dirty="0"/>
          </a:p>
        </p:txBody>
      </p:sp>
      <p:pic>
        <p:nvPicPr>
          <p:cNvPr id="99" name="Irrigation Mi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94330"/>
            <a:ext cx="8808098" cy="50919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B2FE8B7-133B-379D-A522-7692D12DEB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1142" y="3429001"/>
            <a:ext cx="4680857" cy="335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268942"/>
            <a:ext cx="2981643" cy="609600"/>
          </a:xfrm>
        </p:spPr>
        <p:txBody>
          <a:bodyPr>
            <a:normAutofit fontScale="90000"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199" y="950258"/>
            <a:ext cx="7530353" cy="40341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800" b="1" dirty="0"/>
              <a:t>Average Profit (INR) by State and Season</a:t>
            </a:r>
            <a:endParaRPr lang="en-IN" dirty="0"/>
          </a:p>
        </p:txBody>
      </p:sp>
      <p:pic>
        <p:nvPicPr>
          <p:cNvPr id="99" name="State Season Profi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353671"/>
            <a:ext cx="8337175" cy="55043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471A0B-5B5B-36F7-9E86-233E063453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7176" y="2447365"/>
            <a:ext cx="3832729" cy="4303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211329"/>
            <a:ext cx="4184824" cy="788894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Future scope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7971" y="1187525"/>
            <a:ext cx="8373239" cy="5284395"/>
          </a:xfrm>
        </p:spPr>
        <p:txBody>
          <a:bodyPr>
            <a:normAutofit fontScale="77500" lnSpcReduction="20000"/>
          </a:bodyPr>
          <a:lstStyle/>
          <a:p>
            <a:pPr marL="285750" indent="-285750" algn="l">
              <a:lnSpc>
                <a:spcPct val="140000"/>
              </a:lnSpc>
              <a:spcAft>
                <a:spcPts val="900"/>
              </a:spcAft>
              <a:buClr>
                <a:schemeClr val="tx1">
                  <a:lumMod val="95000"/>
                  <a:lumOff val="5000"/>
                </a:schemeClr>
              </a:buClr>
              <a:buFont typeface="Arial"/>
              <a:buChar char="•"/>
            </a:pPr>
            <a:r>
              <a:rPr lang="en-US" sz="2800" b="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Predictive modeling (regression) to forecast seasonal profit or yield from environmental and input variables.</a:t>
            </a:r>
          </a:p>
          <a:p>
            <a:pPr marL="285750" indent="-285750" algn="l">
              <a:lnSpc>
                <a:spcPct val="140000"/>
              </a:lnSpc>
              <a:spcAft>
                <a:spcPts val="900"/>
              </a:spcAft>
              <a:buClr>
                <a:schemeClr val="tx1">
                  <a:lumMod val="95000"/>
                  <a:lumOff val="5000"/>
                </a:schemeClr>
              </a:buClr>
              <a:buFont typeface="Arial"/>
              <a:buChar char="•"/>
            </a:pPr>
            <a:r>
              <a:rPr lang="en-US" sz="2800" b="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Multi-year time-series data to study year-over-year seasonal trends, not just a single snapshot.</a:t>
            </a:r>
          </a:p>
          <a:p>
            <a:pPr marL="285750" indent="-285750" algn="l">
              <a:lnSpc>
                <a:spcPct val="140000"/>
              </a:lnSpc>
              <a:spcAft>
                <a:spcPts val="900"/>
              </a:spcAft>
              <a:buClr>
                <a:schemeClr val="tx1">
                  <a:lumMod val="95000"/>
                  <a:lumOff val="5000"/>
                </a:schemeClr>
              </a:buClr>
              <a:buFont typeface="Arial"/>
              <a:buChar char="•"/>
            </a:pPr>
            <a:r>
              <a:rPr lang="en-US" sz="2800" b="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Interactive dashboard (</a:t>
            </a:r>
            <a:r>
              <a:rPr lang="en-US" sz="28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Streamlit</a:t>
            </a:r>
            <a:r>
              <a:rPr lang="en-US" sz="2800" b="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 / Power BI) for </a:t>
            </a:r>
            <a:r>
              <a:rPr lang="en-US" sz="28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agri</a:t>
            </a:r>
            <a:r>
              <a:rPr lang="en-US" sz="2800" b="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-planners to filter dynamically by state, crop and season.</a:t>
            </a:r>
          </a:p>
          <a:p>
            <a:pPr marL="285750" indent="-285750" algn="l">
              <a:lnSpc>
                <a:spcPct val="140000"/>
              </a:lnSpc>
              <a:spcAft>
                <a:spcPts val="900"/>
              </a:spcAft>
              <a:buClr>
                <a:schemeClr val="tx1">
                  <a:lumMod val="95000"/>
                  <a:lumOff val="5000"/>
                </a:schemeClr>
              </a:buClr>
              <a:buFont typeface="Arial"/>
              <a:buChar char="•"/>
            </a:pPr>
            <a:r>
              <a:rPr lang="en-US" sz="2800" b="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District-level and satellite/weather API data for finer-grained seasonal risk modeling.</a:t>
            </a:r>
          </a:p>
          <a:p>
            <a:pPr marL="285750" indent="-285750" algn="l">
              <a:lnSpc>
                <a:spcPct val="140000"/>
              </a:lnSpc>
              <a:spcAft>
                <a:spcPts val="900"/>
              </a:spcAft>
              <a:buClr>
                <a:schemeClr val="tx1">
                  <a:lumMod val="95000"/>
                  <a:lumOff val="5000"/>
                </a:schemeClr>
              </a:buClr>
              <a:buFont typeface="Arial"/>
              <a:buChar char="•"/>
            </a:pPr>
            <a:r>
              <a:rPr lang="en-US" sz="2800" b="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An early-warning system for high-risk season-crop-state combinations.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286871"/>
            <a:ext cx="4682709" cy="820569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 err="1">
                <a:solidFill>
                  <a:schemeClr val="tx1"/>
                </a:solidFill>
              </a:rPr>
              <a:t>Github</a:t>
            </a:r>
            <a:r>
              <a:rPr lang="en-US" sz="4800" b="1" dirty="0">
                <a:solidFill>
                  <a:schemeClr val="tx1"/>
                </a:solidFill>
              </a:rPr>
              <a:t> Link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5957" y="1595718"/>
            <a:ext cx="9346584" cy="3137647"/>
          </a:xfrm>
        </p:spPr>
        <p:txBody>
          <a:bodyPr>
            <a:normAutofit fontScale="40000" lnSpcReduction="20000"/>
          </a:bodyPr>
          <a:lstStyle/>
          <a:p>
            <a:r>
              <a:rPr lang="en-US" sz="9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Rounded MT Bold" panose="020F07040305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https://github.com/Vidhya-Majee/seasonal-agriculture-performance-analysis</a:t>
            </a:r>
          </a:p>
          <a:p>
            <a:endParaRPr lang="en-US" sz="9600" dirty="0">
              <a:solidFill>
                <a:schemeClr val="accent1">
                  <a:lumMod val="50000"/>
                </a:schemeClr>
              </a:solidFill>
              <a:latin typeface="Arial Rounded MT Bold" panose="020F0704030504030204" pitchFamily="34" charset="0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sz="6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Repository contains the executed </a:t>
            </a:r>
            <a:r>
              <a:rPr lang="en-US" sz="6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Jupyter</a:t>
            </a:r>
            <a:r>
              <a:rPr lang="en-US" sz="6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Notebook, the dataset, and this presentation</a:t>
            </a:r>
            <a:endParaRPr lang="en-IN" sz="6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US" sz="9600" b="1" dirty="0">
              <a:solidFill>
                <a:schemeClr val="accent1">
                  <a:lumMod val="50000"/>
                </a:schemeClr>
              </a:solidFill>
              <a:latin typeface="Arial Rounded MT Bold" panose="020F0704030504030204" pitchFamily="34" charset="0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887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130288"/>
            <a:ext cx="8351388" cy="77514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63D9E9-5A48-D5DC-3DDA-12E81BD66A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059" y="1057835"/>
            <a:ext cx="10076329" cy="5669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1685365"/>
            <a:ext cx="11340000" cy="1479176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2139696" cy="344312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8496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652</TotalTime>
  <Words>540</Words>
  <Application>Microsoft Office PowerPoint</Application>
  <PresentationFormat>Widescreen</PresentationFormat>
  <Paragraphs>55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Arial Rounded MT Bold</vt:lpstr>
      <vt:lpstr>Calibri</vt:lpstr>
      <vt:lpstr>Trebuchet MS</vt:lpstr>
      <vt:lpstr>Wingdings</vt:lpstr>
      <vt:lpstr>Wingdings 3</vt:lpstr>
      <vt:lpstr>Facet</vt:lpstr>
      <vt:lpstr>Project Title – Seasonal Agriculture Performance Analysis</vt:lpstr>
      <vt:lpstr>PROBLEM  STATEMENT</vt:lpstr>
      <vt:lpstr>Project Description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Vidhya Majee</cp:lastModifiedBy>
  <cp:revision>98</cp:revision>
  <dcterms:created xsi:type="dcterms:W3CDTF">2021-07-11T13:13:15Z</dcterms:created>
  <dcterms:modified xsi:type="dcterms:W3CDTF">2026-09-05T05:46:36Z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