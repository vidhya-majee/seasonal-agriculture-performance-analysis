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  <p14:sldId id="341"/>
          </p14:sldIdLst>
        </p14:section>
        <p14:section name="Untitled Section" id="{13CFE95F-23B4-4931-BEC5-DD291C10A803}">
          <p14:sldIdLst>
            <p14:sldId id="342"/>
            <p14:sldId id="343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12" dt="2026-09-04T17:28:45.093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modSld">
      <pc:chgData name="Vidhya Majee" userId="641a53838c14f1ed" providerId="LiveId" clId="{EF730085-4CDC-4C53-9EAC-0409C9C577CF}" dt="2026-09-04T17:30:07.446" v="270" actId="14100"/>
      <pc:docMkLst>
        <pc:docMk/>
      </pc:docMkLst>
      <pc:sldChg chg="modSp mod">
        <pc:chgData name="Vidhya Majee" userId="641a53838c14f1ed" providerId="LiveId" clId="{EF730085-4CDC-4C53-9EAC-0409C9C577CF}" dt="2026-09-04T15:42:28.926" v="208" actId="14100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4T15:42:28.926" v="208" actId="14100"/>
          <ac:spMkLst>
            <pc:docMk/>
            <pc:sldMk cId="3401748718" sldId="304"/>
            <ac:spMk id="3" creationId="{D88C20CF-C1EE-4092-B52D-FD4AB2AB2508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delSp modSp mod">
        <pc:chgData name="Vidhya Majee" userId="641a53838c14f1ed" providerId="LiveId" clId="{EF730085-4CDC-4C53-9EAC-0409C9C577CF}" dt="2026-09-04T17:24:57.527" v="218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del mod">
          <ac:chgData name="Vidhya Majee" userId="641a53838c14f1ed" providerId="LiveId" clId="{EF730085-4CDC-4C53-9EAC-0409C9C577CF}" dt="2026-09-04T17:23:59.560" v="209" actId="21"/>
          <ac:picMkLst>
            <pc:docMk/>
            <pc:sldMk cId="1086225493" sldId="339"/>
            <ac:picMk id="3" creationId="{6A20E020-0DCC-EC0B-745A-E7CAF08DEC57}"/>
          </ac:picMkLst>
        </pc:picChg>
        <pc:picChg chg="add mod">
          <ac:chgData name="Vidhya Majee" userId="641a53838c14f1ed" providerId="LiveId" clId="{EF730085-4CDC-4C53-9EAC-0409C9C577CF}" dt="2026-09-04T17:24:57.527" v="218" actId="14100"/>
          <ac:picMkLst>
            <pc:docMk/>
            <pc:sldMk cId="1086225493" sldId="339"/>
            <ac:picMk id="6" creationId="{2C2A25F1-FA1A-B5DA-0933-B92A3A547E9C}"/>
          </ac:picMkLst>
        </pc:picChg>
        <pc:picChg chg="mod">
          <ac:chgData name="Vidhya Majee" userId="641a53838c14f1ed" providerId="LiveId" clId="{EF730085-4CDC-4C53-9EAC-0409C9C577CF}" dt="2026-09-04T17:24:48.013" v="217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6:15.171" v="232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del mod">
          <ac:chgData name="Vidhya Majee" userId="641a53838c14f1ed" providerId="LiveId" clId="{EF730085-4CDC-4C53-9EAC-0409C9C577CF}" dt="2026-09-04T17:25:06.267" v="219" actId="21"/>
          <ac:picMkLst>
            <pc:docMk/>
            <pc:sldMk cId="3849627828" sldId="340"/>
            <ac:picMk id="3" creationId="{05A88067-6EAB-0184-9A59-326B2A156DC3}"/>
          </ac:picMkLst>
        </pc:picChg>
        <pc:picChg chg="add mod">
          <ac:chgData name="Vidhya Majee" userId="641a53838c14f1ed" providerId="LiveId" clId="{EF730085-4CDC-4C53-9EAC-0409C9C577CF}" dt="2026-09-04T17:26:15.171" v="232" actId="14100"/>
          <ac:picMkLst>
            <pc:docMk/>
            <pc:sldMk cId="3849627828" sldId="340"/>
            <ac:picMk id="6" creationId="{2F30A252-44E9-8505-87BC-C34142D0730E}"/>
          </ac:picMkLst>
        </pc:picChg>
        <pc:picChg chg="mod">
          <ac:chgData name="Vidhya Majee" userId="641a53838c14f1ed" providerId="LiveId" clId="{EF730085-4CDC-4C53-9EAC-0409C9C577CF}" dt="2026-09-04T17:26:12.220" v="231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mod">
        <pc:chgData name="Vidhya Majee" userId="641a53838c14f1ed" providerId="LiveId" clId="{EF730085-4CDC-4C53-9EAC-0409C9C577CF}" dt="2026-09-04T15:40:57.929" v="204"/>
        <pc:sldMkLst>
          <pc:docMk/>
          <pc:sldMk cId="3863610428" sldId="342"/>
        </pc:sldMkLst>
        <pc:spChg chg="mod">
          <ac:chgData name="Vidhya Majee" userId="641a53838c14f1ed" providerId="LiveId" clId="{EF730085-4CDC-4C53-9EAC-0409C9C577CF}" dt="2026-09-04T15:40:57.929" v="204"/>
          <ac:spMkLst>
            <pc:docMk/>
            <pc:sldMk cId="3863610428" sldId="342"/>
            <ac:spMk id="22" creationId="{00000000-0000-0000-0000-000000000000}"/>
          </ac:spMkLst>
        </pc:spChg>
      </pc:sldChg>
      <pc:sldChg chg="addSp delSp modSp mod">
        <pc:chgData name="Vidhya Majee" userId="641a53838c14f1ed" providerId="LiveId" clId="{EF730085-4CDC-4C53-9EAC-0409C9C577CF}" dt="2026-09-04T17:27:12.316" v="239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del mod">
          <ac:chgData name="Vidhya Majee" userId="641a53838c14f1ed" providerId="LiveId" clId="{EF730085-4CDC-4C53-9EAC-0409C9C577CF}" dt="2026-09-04T17:26:33.831" v="233" actId="21"/>
          <ac:picMkLst>
            <pc:docMk/>
            <pc:sldMk cId="1698901770" sldId="344"/>
            <ac:picMk id="3" creationId="{10190294-024A-3D73-2FE2-7FAB215FA91C}"/>
          </ac:picMkLst>
        </pc:picChg>
        <pc:picChg chg="add mod">
          <ac:chgData name="Vidhya Majee" userId="641a53838c14f1ed" providerId="LiveId" clId="{EF730085-4CDC-4C53-9EAC-0409C9C577CF}" dt="2026-09-04T17:27:12.316" v="239" actId="14100"/>
          <ac:picMkLst>
            <pc:docMk/>
            <pc:sldMk cId="1698901770" sldId="344"/>
            <ac:picMk id="6" creationId="{51FDB9BA-71B1-6032-392F-E88769C65372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8:21.648" v="253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del mod">
          <ac:chgData name="Vidhya Majee" userId="641a53838c14f1ed" providerId="LiveId" clId="{EF730085-4CDC-4C53-9EAC-0409C9C577CF}" dt="2026-09-04T17:27:29.479" v="241" actId="21"/>
          <ac:picMkLst>
            <pc:docMk/>
            <pc:sldMk cId="1903979828" sldId="345"/>
            <ac:picMk id="3" creationId="{5BBABFA1-2CA4-7131-AAA2-CA9FC72AB107}"/>
          </ac:picMkLst>
        </pc:picChg>
        <pc:picChg chg="add mod">
          <ac:chgData name="Vidhya Majee" userId="641a53838c14f1ed" providerId="LiveId" clId="{EF730085-4CDC-4C53-9EAC-0409C9C577CF}" dt="2026-09-04T17:28:21.648" v="253" actId="14100"/>
          <ac:picMkLst>
            <pc:docMk/>
            <pc:sldMk cId="1903979828" sldId="345"/>
            <ac:picMk id="6" creationId="{2B2FE8B7-133B-379D-A522-7692D12DEBEC}"/>
          </ac:picMkLst>
        </pc:picChg>
        <pc:picChg chg="mod">
          <ac:chgData name="Vidhya Majee" userId="641a53838c14f1ed" providerId="LiveId" clId="{EF730085-4CDC-4C53-9EAC-0409C9C577CF}" dt="2026-09-04T17:28:08.080" v="251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30:07.446" v="27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del mod">
          <ac:chgData name="Vidhya Majee" userId="641a53838c14f1ed" providerId="LiveId" clId="{EF730085-4CDC-4C53-9EAC-0409C9C577CF}" dt="2026-09-04T17:28:31.429" v="254" actId="21"/>
          <ac:picMkLst>
            <pc:docMk/>
            <pc:sldMk cId="1421522261" sldId="346"/>
            <ac:picMk id="3" creationId="{B631DD34-0E3C-2138-50C5-4F6D0FE55733}"/>
          </ac:picMkLst>
        </pc:picChg>
        <pc:picChg chg="add mod">
          <ac:chgData name="Vidhya Majee" userId="641a53838c14f1ed" providerId="LiveId" clId="{EF730085-4CDC-4C53-9EAC-0409C9C577CF}" dt="2026-09-04T17:30:07.446" v="270" actId="14100"/>
          <ac:picMkLst>
            <pc:docMk/>
            <pc:sldMk cId="1421522261" sldId="346"/>
            <ac:picMk id="6" creationId="{CD471A0B-5B5B-36F7-9E86-233E06345336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9/4/2026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Analyzes 4,000 farm records across 8 Indian states, 8 crops and 3 cropping seasons (Kharif, Rabi, Zaid) to uncover how environmental, resource and economic factors shift across seasons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Cleans and prepares raw data — season-wise missing value imputation and crop-aware outlier checks — before analysis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Uses Python (Pandas, Seaborn, SciPy) to compare yield, cost, profit, water use and disease risk across seasons through visual and statistical (ANOVA) methods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Key finding: profit and financial risk vary far more significantly by season than yield does — Zaid is the smallest, driest and financially riskiest season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Delivers evidence-based recommendations for season-specific irrigation, pest-budget and crop planning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144262" cy="5489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A25F1-FA1A-B5DA-0933-B92A3A547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263" y="1138519"/>
            <a:ext cx="3047736" cy="571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695764" cy="517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30A252-44E9-8505-87BC-C34142D07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765" y="1492898"/>
            <a:ext cx="3496234" cy="529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FDB9BA-71B1-6032-392F-E88769C65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1859502"/>
            <a:ext cx="3343283" cy="480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4330"/>
            <a:ext cx="8808098" cy="509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FE8B7-133B-379D-A522-7692D12DE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42" y="3429001"/>
            <a:ext cx="4680857" cy="335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471A0B-5B5B-36F7-9E86-233E0634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176" y="2447365"/>
            <a:ext cx="3832729" cy="430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4897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1" name="Future Scope Body"/>
          <p:cNvSpPr txBox="1">
            <a:spLocks noGrp="1"/>
          </p:cNvSpPr>
          <p:nvPr/>
        </p:nvSpPr>
        <p:spPr>
          <a:xfrm>
            <a:off x="675957" y="1275371"/>
            <a:ext cx="8300000" cy="4924629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Predictive modeling (regression) to forecast seasonal profit or yield from environmental and input variables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Multi-year time-series data to study year-over-year seasonal trends, not just a single snapshot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Interactive dashboard (Streamlit / Power BI) for agri-planners to filter dynamically by state, crop and season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District-level and satellite/weather API data for finer-grained seasonal risk modeling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An early-warning system for high-risk season-crop-state combinations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2" name="GitHub Body"/>
          <p:cNvSpPr txBox="1">
            <a:spLocks noGrp="1"/>
          </p:cNvSpPr>
          <p:nvPr/>
        </p:nvSpPr>
        <p:spPr>
          <a:xfrm>
            <a:off x="320982" y="2501153"/>
            <a:ext cx="9405723" cy="1497105"/>
          </a:xfrm>
        </p:spPr>
        <p:txBody>
          <a:bodyPr>
            <a:normAutofit lnSpcReduction="10000"/>
          </a:bodyPr>
          <a:lstStyle/>
          <a:p>
            <a:r>
              <a:rPr lang="en-US" sz="2000" u="sng" dirty="0">
                <a:hlinkClick r:id="rId3"/>
              </a:rPr>
              <a:t>https://github.com/Vidhya-Majee/seasonal-agriculture-performance-analysis</a:t>
            </a:r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r>
              <a:rPr lang="en-US" sz="2000" dirty="0"/>
              <a:t>Repository contains the executed Jupyter Notebook, the dataset, and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634</TotalTime>
  <Words>522</Words>
  <Application>Microsoft Office PowerPoint</Application>
  <PresentationFormat>Widescreen</PresentationFormat>
  <Paragraphs>51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2026-09-04T17:30:13Z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